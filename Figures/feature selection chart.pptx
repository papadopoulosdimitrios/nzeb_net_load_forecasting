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56" r:id="rId2"/>
  </p:sldMasterIdLst>
  <p:sldIdLst>
    <p:sldId id="257" r:id="rId3"/>
    <p:sldId id="260" r:id="rId4"/>
  </p:sldIdLst>
  <p:sldSz cx="15024100" cy="11268075"/>
  <p:notesSz cx="6858000" cy="9144000"/>
  <p:defaultTextStyle>
    <a:defPPr>
      <a:defRPr lang="en-US"/>
    </a:defPPr>
    <a:lvl1pPr marL="0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1pPr>
    <a:lvl2pPr marL="527401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2pPr>
    <a:lvl3pPr marL="1054799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3pPr>
    <a:lvl4pPr marL="1582200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4pPr>
    <a:lvl5pPr marL="2109599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5pPr>
    <a:lvl6pPr marL="2637001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6pPr>
    <a:lvl7pPr marL="3164398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7pPr>
    <a:lvl8pPr marL="3691800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8pPr>
    <a:lvl9pPr marL="4219197" algn="l" defTabSz="527401" rtl="0" eaLnBrk="1" latinLnBrk="0" hangingPunct="1">
      <a:defRPr sz="207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C8DD"/>
    <a:srgbClr val="FFFFFF"/>
    <a:srgbClr val="2E6CA4"/>
    <a:srgbClr val="959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80" d="100"/>
          <a:sy n="80" d="100"/>
        </p:scale>
        <p:origin x="256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6808" y="1844105"/>
            <a:ext cx="12770485" cy="3922959"/>
          </a:xfrm>
        </p:spPr>
        <p:txBody>
          <a:bodyPr anchor="b"/>
          <a:lstStyle>
            <a:lvl1pPr algn="ctr">
              <a:defRPr sz="98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8013" y="5918349"/>
            <a:ext cx="11268075" cy="2720509"/>
          </a:xfrm>
        </p:spPr>
        <p:txBody>
          <a:bodyPr/>
          <a:lstStyle>
            <a:lvl1pPr marL="0" indent="0" algn="ctr">
              <a:buNone/>
              <a:defRPr sz="3943"/>
            </a:lvl1pPr>
            <a:lvl2pPr marL="751225" indent="0" algn="ctr">
              <a:buNone/>
              <a:defRPr sz="3286"/>
            </a:lvl2pPr>
            <a:lvl3pPr marL="1502451" indent="0" algn="ctr">
              <a:buNone/>
              <a:defRPr sz="2958"/>
            </a:lvl3pPr>
            <a:lvl4pPr marL="2253676" indent="0" algn="ctr">
              <a:buNone/>
              <a:defRPr sz="2629"/>
            </a:lvl4pPr>
            <a:lvl5pPr marL="3004901" indent="0" algn="ctr">
              <a:buNone/>
              <a:defRPr sz="2629"/>
            </a:lvl5pPr>
            <a:lvl6pPr marL="3756127" indent="0" algn="ctr">
              <a:buNone/>
              <a:defRPr sz="2629"/>
            </a:lvl6pPr>
            <a:lvl7pPr marL="4507352" indent="0" algn="ctr">
              <a:buNone/>
              <a:defRPr sz="2629"/>
            </a:lvl7pPr>
            <a:lvl8pPr marL="5258577" indent="0" algn="ctr">
              <a:buNone/>
              <a:defRPr sz="2629"/>
            </a:lvl8pPr>
            <a:lvl9pPr marL="6009803" indent="0" algn="ctr">
              <a:buNone/>
              <a:defRPr sz="2629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3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51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083" y="2809197"/>
            <a:ext cx="12958286" cy="4687205"/>
          </a:xfrm>
        </p:spPr>
        <p:txBody>
          <a:bodyPr anchor="b"/>
          <a:lstStyle>
            <a:lvl1pPr>
              <a:defRPr sz="985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5083" y="7540745"/>
            <a:ext cx="12958286" cy="2464891"/>
          </a:xfrm>
        </p:spPr>
        <p:txBody>
          <a:bodyPr/>
          <a:lstStyle>
            <a:lvl1pPr marL="0" indent="0">
              <a:buNone/>
              <a:defRPr sz="3943">
                <a:solidFill>
                  <a:schemeClr val="tx1"/>
                </a:solidFill>
              </a:defRPr>
            </a:lvl1pPr>
            <a:lvl2pPr marL="751225" indent="0">
              <a:buNone/>
              <a:defRPr sz="3286">
                <a:solidFill>
                  <a:schemeClr val="tx1">
                    <a:tint val="75000"/>
                  </a:schemeClr>
                </a:solidFill>
              </a:defRPr>
            </a:lvl2pPr>
            <a:lvl3pPr marL="1502451" indent="0">
              <a:buNone/>
              <a:defRPr sz="2958">
                <a:solidFill>
                  <a:schemeClr val="tx1">
                    <a:tint val="75000"/>
                  </a:schemeClr>
                </a:solidFill>
              </a:defRPr>
            </a:lvl3pPr>
            <a:lvl4pPr marL="2253676" indent="0">
              <a:buNone/>
              <a:defRPr sz="2629">
                <a:solidFill>
                  <a:schemeClr val="tx1">
                    <a:tint val="75000"/>
                  </a:schemeClr>
                </a:solidFill>
              </a:defRPr>
            </a:lvl4pPr>
            <a:lvl5pPr marL="3004901" indent="0">
              <a:buNone/>
              <a:defRPr sz="2629">
                <a:solidFill>
                  <a:schemeClr val="tx1">
                    <a:tint val="75000"/>
                  </a:schemeClr>
                </a:solidFill>
              </a:defRPr>
            </a:lvl5pPr>
            <a:lvl6pPr marL="3756127" indent="0">
              <a:buNone/>
              <a:defRPr sz="2629">
                <a:solidFill>
                  <a:schemeClr val="tx1">
                    <a:tint val="75000"/>
                  </a:schemeClr>
                </a:solidFill>
              </a:defRPr>
            </a:lvl6pPr>
            <a:lvl7pPr marL="4507352" indent="0">
              <a:buNone/>
              <a:defRPr sz="2629">
                <a:solidFill>
                  <a:schemeClr val="tx1">
                    <a:tint val="75000"/>
                  </a:schemeClr>
                </a:solidFill>
              </a:defRPr>
            </a:lvl7pPr>
            <a:lvl8pPr marL="5258577" indent="0">
              <a:buNone/>
              <a:defRPr sz="2629">
                <a:solidFill>
                  <a:schemeClr val="tx1">
                    <a:tint val="75000"/>
                  </a:schemeClr>
                </a:solidFill>
              </a:defRPr>
            </a:lvl8pPr>
            <a:lvl9pPr marL="6009803" indent="0">
              <a:buNone/>
              <a:defRPr sz="262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93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2907" y="2999603"/>
            <a:ext cx="6385243" cy="7149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05950" y="2999603"/>
            <a:ext cx="6385243" cy="7149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8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864" y="599923"/>
            <a:ext cx="12958286" cy="217797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865" y="2762244"/>
            <a:ext cx="6355898" cy="1353733"/>
          </a:xfrm>
        </p:spPr>
        <p:txBody>
          <a:bodyPr anchor="b"/>
          <a:lstStyle>
            <a:lvl1pPr marL="0" indent="0">
              <a:buNone/>
              <a:defRPr sz="3943" b="1"/>
            </a:lvl1pPr>
            <a:lvl2pPr marL="751225" indent="0">
              <a:buNone/>
              <a:defRPr sz="3286" b="1"/>
            </a:lvl2pPr>
            <a:lvl3pPr marL="1502451" indent="0">
              <a:buNone/>
              <a:defRPr sz="2958" b="1"/>
            </a:lvl3pPr>
            <a:lvl4pPr marL="2253676" indent="0">
              <a:buNone/>
              <a:defRPr sz="2629" b="1"/>
            </a:lvl4pPr>
            <a:lvl5pPr marL="3004901" indent="0">
              <a:buNone/>
              <a:defRPr sz="2629" b="1"/>
            </a:lvl5pPr>
            <a:lvl6pPr marL="3756127" indent="0">
              <a:buNone/>
              <a:defRPr sz="2629" b="1"/>
            </a:lvl6pPr>
            <a:lvl7pPr marL="4507352" indent="0">
              <a:buNone/>
              <a:defRPr sz="2629" b="1"/>
            </a:lvl7pPr>
            <a:lvl8pPr marL="5258577" indent="0">
              <a:buNone/>
              <a:defRPr sz="2629" b="1"/>
            </a:lvl8pPr>
            <a:lvl9pPr marL="6009803" indent="0">
              <a:buNone/>
              <a:defRPr sz="262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865" y="4115977"/>
            <a:ext cx="6355898" cy="60539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05952" y="2762244"/>
            <a:ext cx="6387199" cy="1353733"/>
          </a:xfrm>
        </p:spPr>
        <p:txBody>
          <a:bodyPr anchor="b"/>
          <a:lstStyle>
            <a:lvl1pPr marL="0" indent="0">
              <a:buNone/>
              <a:defRPr sz="3943" b="1"/>
            </a:lvl1pPr>
            <a:lvl2pPr marL="751225" indent="0">
              <a:buNone/>
              <a:defRPr sz="3286" b="1"/>
            </a:lvl2pPr>
            <a:lvl3pPr marL="1502451" indent="0">
              <a:buNone/>
              <a:defRPr sz="2958" b="1"/>
            </a:lvl3pPr>
            <a:lvl4pPr marL="2253676" indent="0">
              <a:buNone/>
              <a:defRPr sz="2629" b="1"/>
            </a:lvl4pPr>
            <a:lvl5pPr marL="3004901" indent="0">
              <a:buNone/>
              <a:defRPr sz="2629" b="1"/>
            </a:lvl5pPr>
            <a:lvl6pPr marL="3756127" indent="0">
              <a:buNone/>
              <a:defRPr sz="2629" b="1"/>
            </a:lvl6pPr>
            <a:lvl7pPr marL="4507352" indent="0">
              <a:buNone/>
              <a:defRPr sz="2629" b="1"/>
            </a:lvl7pPr>
            <a:lvl8pPr marL="5258577" indent="0">
              <a:buNone/>
              <a:defRPr sz="2629" b="1"/>
            </a:lvl8pPr>
            <a:lvl9pPr marL="6009803" indent="0">
              <a:buNone/>
              <a:defRPr sz="262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5952" y="4115977"/>
            <a:ext cx="6387199" cy="60539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99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34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864" y="751205"/>
            <a:ext cx="4845663" cy="2629218"/>
          </a:xfrm>
        </p:spPr>
        <p:txBody>
          <a:bodyPr anchor="b"/>
          <a:lstStyle>
            <a:lvl1pPr>
              <a:defRPr sz="525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7199" y="1622396"/>
            <a:ext cx="7605951" cy="8007637"/>
          </a:xfrm>
        </p:spPr>
        <p:txBody>
          <a:bodyPr/>
          <a:lstStyle>
            <a:lvl1pPr>
              <a:defRPr sz="5258"/>
            </a:lvl1pPr>
            <a:lvl2pPr>
              <a:defRPr sz="4601"/>
            </a:lvl2pPr>
            <a:lvl3pPr>
              <a:defRPr sz="3943"/>
            </a:lvl3pPr>
            <a:lvl4pPr>
              <a:defRPr sz="3286"/>
            </a:lvl4pPr>
            <a:lvl5pPr>
              <a:defRPr sz="3286"/>
            </a:lvl5pPr>
            <a:lvl6pPr>
              <a:defRPr sz="3286"/>
            </a:lvl6pPr>
            <a:lvl7pPr>
              <a:defRPr sz="3286"/>
            </a:lvl7pPr>
            <a:lvl8pPr>
              <a:defRPr sz="3286"/>
            </a:lvl8pPr>
            <a:lvl9pPr>
              <a:defRPr sz="328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4864" y="3380422"/>
            <a:ext cx="4845663" cy="6262651"/>
          </a:xfrm>
        </p:spPr>
        <p:txBody>
          <a:bodyPr/>
          <a:lstStyle>
            <a:lvl1pPr marL="0" indent="0">
              <a:buNone/>
              <a:defRPr sz="2629"/>
            </a:lvl1pPr>
            <a:lvl2pPr marL="751225" indent="0">
              <a:buNone/>
              <a:defRPr sz="2300"/>
            </a:lvl2pPr>
            <a:lvl3pPr marL="1502451" indent="0">
              <a:buNone/>
              <a:defRPr sz="1972"/>
            </a:lvl3pPr>
            <a:lvl4pPr marL="2253676" indent="0">
              <a:buNone/>
              <a:defRPr sz="1643"/>
            </a:lvl4pPr>
            <a:lvl5pPr marL="3004901" indent="0">
              <a:buNone/>
              <a:defRPr sz="1643"/>
            </a:lvl5pPr>
            <a:lvl6pPr marL="3756127" indent="0">
              <a:buNone/>
              <a:defRPr sz="1643"/>
            </a:lvl6pPr>
            <a:lvl7pPr marL="4507352" indent="0">
              <a:buNone/>
              <a:defRPr sz="1643"/>
            </a:lvl7pPr>
            <a:lvl8pPr marL="5258577" indent="0">
              <a:buNone/>
              <a:defRPr sz="1643"/>
            </a:lvl8pPr>
            <a:lvl9pPr marL="6009803" indent="0">
              <a:buNone/>
              <a:defRPr sz="164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2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864" y="751205"/>
            <a:ext cx="4845663" cy="2629218"/>
          </a:xfrm>
        </p:spPr>
        <p:txBody>
          <a:bodyPr anchor="b"/>
          <a:lstStyle>
            <a:lvl1pPr>
              <a:defRPr sz="525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87199" y="1622396"/>
            <a:ext cx="7605951" cy="8007637"/>
          </a:xfrm>
        </p:spPr>
        <p:txBody>
          <a:bodyPr anchor="t"/>
          <a:lstStyle>
            <a:lvl1pPr marL="0" indent="0">
              <a:buNone/>
              <a:defRPr sz="5258"/>
            </a:lvl1pPr>
            <a:lvl2pPr marL="751225" indent="0">
              <a:buNone/>
              <a:defRPr sz="4601"/>
            </a:lvl2pPr>
            <a:lvl3pPr marL="1502451" indent="0">
              <a:buNone/>
              <a:defRPr sz="3943"/>
            </a:lvl3pPr>
            <a:lvl4pPr marL="2253676" indent="0">
              <a:buNone/>
              <a:defRPr sz="3286"/>
            </a:lvl4pPr>
            <a:lvl5pPr marL="3004901" indent="0">
              <a:buNone/>
              <a:defRPr sz="3286"/>
            </a:lvl5pPr>
            <a:lvl6pPr marL="3756127" indent="0">
              <a:buNone/>
              <a:defRPr sz="3286"/>
            </a:lvl6pPr>
            <a:lvl7pPr marL="4507352" indent="0">
              <a:buNone/>
              <a:defRPr sz="3286"/>
            </a:lvl7pPr>
            <a:lvl8pPr marL="5258577" indent="0">
              <a:buNone/>
              <a:defRPr sz="3286"/>
            </a:lvl8pPr>
            <a:lvl9pPr marL="6009803" indent="0">
              <a:buNone/>
              <a:defRPr sz="3286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4864" y="3380422"/>
            <a:ext cx="4845663" cy="6262651"/>
          </a:xfrm>
        </p:spPr>
        <p:txBody>
          <a:bodyPr/>
          <a:lstStyle>
            <a:lvl1pPr marL="0" indent="0">
              <a:buNone/>
              <a:defRPr sz="2629"/>
            </a:lvl1pPr>
            <a:lvl2pPr marL="751225" indent="0">
              <a:buNone/>
              <a:defRPr sz="2300"/>
            </a:lvl2pPr>
            <a:lvl3pPr marL="1502451" indent="0">
              <a:buNone/>
              <a:defRPr sz="1972"/>
            </a:lvl3pPr>
            <a:lvl4pPr marL="2253676" indent="0">
              <a:buNone/>
              <a:defRPr sz="1643"/>
            </a:lvl4pPr>
            <a:lvl5pPr marL="3004901" indent="0">
              <a:buNone/>
              <a:defRPr sz="1643"/>
            </a:lvl5pPr>
            <a:lvl6pPr marL="3756127" indent="0">
              <a:buNone/>
              <a:defRPr sz="1643"/>
            </a:lvl6pPr>
            <a:lvl7pPr marL="4507352" indent="0">
              <a:buNone/>
              <a:defRPr sz="1643"/>
            </a:lvl7pPr>
            <a:lvl8pPr marL="5258577" indent="0">
              <a:buNone/>
              <a:defRPr sz="1643"/>
            </a:lvl8pPr>
            <a:lvl9pPr marL="6009803" indent="0">
              <a:buNone/>
              <a:defRPr sz="164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9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7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51622" y="599921"/>
            <a:ext cx="3239572" cy="954917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2908" y="599921"/>
            <a:ext cx="9530913" cy="954917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28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4552-4095-421C-81D7-63DA4055F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8013" y="1844105"/>
            <a:ext cx="11268075" cy="3922959"/>
          </a:xfrm>
        </p:spPr>
        <p:txBody>
          <a:bodyPr anchor="b"/>
          <a:lstStyle>
            <a:lvl1pPr algn="ctr">
              <a:defRPr sz="73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9BA81-64D5-49E4-A1CC-BB0321ECD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8013" y="5918349"/>
            <a:ext cx="11268075" cy="2720509"/>
          </a:xfrm>
        </p:spPr>
        <p:txBody>
          <a:bodyPr/>
          <a:lstStyle>
            <a:lvl1pPr marL="0" indent="0" algn="ctr">
              <a:buNone/>
              <a:defRPr sz="2958"/>
            </a:lvl1pPr>
            <a:lvl2pPr marL="563408" indent="0" algn="ctr">
              <a:buNone/>
              <a:defRPr sz="2465"/>
            </a:lvl2pPr>
            <a:lvl3pPr marL="1126815" indent="0" algn="ctr">
              <a:buNone/>
              <a:defRPr sz="2218"/>
            </a:lvl3pPr>
            <a:lvl4pPr marL="1690223" indent="0" algn="ctr">
              <a:buNone/>
              <a:defRPr sz="1972"/>
            </a:lvl4pPr>
            <a:lvl5pPr marL="2253630" indent="0" algn="ctr">
              <a:buNone/>
              <a:defRPr sz="1972"/>
            </a:lvl5pPr>
            <a:lvl6pPr marL="2817038" indent="0" algn="ctr">
              <a:buNone/>
              <a:defRPr sz="1972"/>
            </a:lvl6pPr>
            <a:lvl7pPr marL="3380445" indent="0" algn="ctr">
              <a:buNone/>
              <a:defRPr sz="1972"/>
            </a:lvl7pPr>
            <a:lvl8pPr marL="3943853" indent="0" algn="ctr">
              <a:buNone/>
              <a:defRPr sz="1972"/>
            </a:lvl8pPr>
            <a:lvl9pPr marL="4507260" indent="0" algn="ctr">
              <a:buNone/>
              <a:defRPr sz="197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76C88-6775-44BA-B2A8-246D70BC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EF0B1-51DE-4E4F-852C-B88AF3A6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A4DC-E8E8-4AA7-AD6C-C5871356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4FA7-B7BA-4302-AF19-B31AB4551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AEDCC-C5B1-4622-BDD4-FB8DE1026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F42F8-A7D4-4E86-8716-203C5114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D144-CC83-4A54-A2CE-F8440B85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195CF-C728-4B27-A845-878AC674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5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FF21-74D9-4B96-A926-E343B670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82" y="2809196"/>
            <a:ext cx="12958286" cy="4687205"/>
          </a:xfrm>
        </p:spPr>
        <p:txBody>
          <a:bodyPr anchor="b"/>
          <a:lstStyle>
            <a:lvl1pPr>
              <a:defRPr sz="739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50A7B-D803-48C7-85D4-CB16EDC34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5082" y="7540743"/>
            <a:ext cx="12958286" cy="2464891"/>
          </a:xfrm>
        </p:spPr>
        <p:txBody>
          <a:bodyPr/>
          <a:lstStyle>
            <a:lvl1pPr marL="0" indent="0">
              <a:buNone/>
              <a:defRPr sz="2958">
                <a:solidFill>
                  <a:schemeClr val="tx1">
                    <a:tint val="75000"/>
                  </a:schemeClr>
                </a:solidFill>
              </a:defRPr>
            </a:lvl1pPr>
            <a:lvl2pPr marL="563408" indent="0">
              <a:buNone/>
              <a:defRPr sz="2465">
                <a:solidFill>
                  <a:schemeClr val="tx1">
                    <a:tint val="75000"/>
                  </a:schemeClr>
                </a:solidFill>
              </a:defRPr>
            </a:lvl2pPr>
            <a:lvl3pPr marL="1126815" indent="0">
              <a:buNone/>
              <a:defRPr sz="2218">
                <a:solidFill>
                  <a:schemeClr val="tx1">
                    <a:tint val="75000"/>
                  </a:schemeClr>
                </a:solidFill>
              </a:defRPr>
            </a:lvl3pPr>
            <a:lvl4pPr marL="1690223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4pPr>
            <a:lvl5pPr marL="2253630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5pPr>
            <a:lvl6pPr marL="2817038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6pPr>
            <a:lvl7pPr marL="3380445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7pPr>
            <a:lvl8pPr marL="3943853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8pPr>
            <a:lvl9pPr marL="4507260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9931-F067-499D-A70F-905E94D0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7CE91-FF7A-49AB-BEC6-50326D86B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04F50-7B7F-4A5B-9737-7119FEF8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23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4D88-FC88-4C0A-A020-09C6EEA6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25638-5106-49AE-A170-394ECA2AB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2907" y="2999603"/>
            <a:ext cx="6385243" cy="7149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4AECB-BFA7-4953-A170-FCA04915E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05950" y="2999603"/>
            <a:ext cx="6385243" cy="7149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B5718-DE2D-44EC-8691-58A34BB6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2515C-8686-4A90-99E1-726441A8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20A06-3A92-47CE-82EE-25DC235E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82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552F-C0DB-4CA8-BF92-547E2CE44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64" y="599921"/>
            <a:ext cx="12958286" cy="21779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993C1-5DFC-4D1D-BAFE-8E7C5E14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864" y="2762244"/>
            <a:ext cx="6355898" cy="1353733"/>
          </a:xfrm>
        </p:spPr>
        <p:txBody>
          <a:bodyPr anchor="b"/>
          <a:lstStyle>
            <a:lvl1pPr marL="0" indent="0">
              <a:buNone/>
              <a:defRPr sz="2958" b="1"/>
            </a:lvl1pPr>
            <a:lvl2pPr marL="563408" indent="0">
              <a:buNone/>
              <a:defRPr sz="2465" b="1"/>
            </a:lvl2pPr>
            <a:lvl3pPr marL="1126815" indent="0">
              <a:buNone/>
              <a:defRPr sz="2218" b="1"/>
            </a:lvl3pPr>
            <a:lvl4pPr marL="1690223" indent="0">
              <a:buNone/>
              <a:defRPr sz="1972" b="1"/>
            </a:lvl4pPr>
            <a:lvl5pPr marL="2253630" indent="0">
              <a:buNone/>
              <a:defRPr sz="1972" b="1"/>
            </a:lvl5pPr>
            <a:lvl6pPr marL="2817038" indent="0">
              <a:buNone/>
              <a:defRPr sz="1972" b="1"/>
            </a:lvl6pPr>
            <a:lvl7pPr marL="3380445" indent="0">
              <a:buNone/>
              <a:defRPr sz="1972" b="1"/>
            </a:lvl7pPr>
            <a:lvl8pPr marL="3943853" indent="0">
              <a:buNone/>
              <a:defRPr sz="1972" b="1"/>
            </a:lvl8pPr>
            <a:lvl9pPr marL="4507260" indent="0">
              <a:buNone/>
              <a:defRPr sz="19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AFA8E-F4CB-452F-9024-2FA43069C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4864" y="4115977"/>
            <a:ext cx="6355898" cy="6053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95D57-5E44-406A-9C4F-0D096E932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05951" y="2762244"/>
            <a:ext cx="6387199" cy="1353733"/>
          </a:xfrm>
        </p:spPr>
        <p:txBody>
          <a:bodyPr anchor="b"/>
          <a:lstStyle>
            <a:lvl1pPr marL="0" indent="0">
              <a:buNone/>
              <a:defRPr sz="2958" b="1"/>
            </a:lvl1pPr>
            <a:lvl2pPr marL="563408" indent="0">
              <a:buNone/>
              <a:defRPr sz="2465" b="1"/>
            </a:lvl2pPr>
            <a:lvl3pPr marL="1126815" indent="0">
              <a:buNone/>
              <a:defRPr sz="2218" b="1"/>
            </a:lvl3pPr>
            <a:lvl4pPr marL="1690223" indent="0">
              <a:buNone/>
              <a:defRPr sz="1972" b="1"/>
            </a:lvl4pPr>
            <a:lvl5pPr marL="2253630" indent="0">
              <a:buNone/>
              <a:defRPr sz="1972" b="1"/>
            </a:lvl5pPr>
            <a:lvl6pPr marL="2817038" indent="0">
              <a:buNone/>
              <a:defRPr sz="1972" b="1"/>
            </a:lvl6pPr>
            <a:lvl7pPr marL="3380445" indent="0">
              <a:buNone/>
              <a:defRPr sz="1972" b="1"/>
            </a:lvl7pPr>
            <a:lvl8pPr marL="3943853" indent="0">
              <a:buNone/>
              <a:defRPr sz="1972" b="1"/>
            </a:lvl8pPr>
            <a:lvl9pPr marL="4507260" indent="0">
              <a:buNone/>
              <a:defRPr sz="19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25504-2735-4C02-9337-60727BBF5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05951" y="4115977"/>
            <a:ext cx="6387199" cy="6053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11162-7404-4460-8078-1CAE87E9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9034E-B3F3-4ECE-AF6D-51BBB949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C7F3E-C100-4072-BB01-FA11A602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46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A3634-C865-4B96-AEA4-0DED6600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AFA3B-190A-4837-95EA-B8245AF5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4A906-AAB3-41D5-BFB4-1536FC37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BE846-E4D0-44EE-A0A1-CA73183F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197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F9F3E-F28A-49DD-A470-02450FE2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6862F-1169-4956-8541-735C35DF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577C8-1A17-4B64-83AB-F46EA350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19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1B71-ABA9-4705-8D52-7CC33B84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64" y="751205"/>
            <a:ext cx="4845663" cy="2629218"/>
          </a:xfrm>
        </p:spPr>
        <p:txBody>
          <a:bodyPr anchor="b"/>
          <a:lstStyle>
            <a:lvl1pPr>
              <a:defRPr sz="39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7796-F660-4C29-9A85-12DD9B3AF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7199" y="1622395"/>
            <a:ext cx="7605951" cy="8007637"/>
          </a:xfrm>
        </p:spPr>
        <p:txBody>
          <a:bodyPr/>
          <a:lstStyle>
            <a:lvl1pPr>
              <a:defRPr sz="3943"/>
            </a:lvl1pPr>
            <a:lvl2pPr>
              <a:defRPr sz="3450"/>
            </a:lvl2pPr>
            <a:lvl3pPr>
              <a:defRPr sz="2958"/>
            </a:lvl3pPr>
            <a:lvl4pPr>
              <a:defRPr sz="2465"/>
            </a:lvl4pPr>
            <a:lvl5pPr>
              <a:defRPr sz="2465"/>
            </a:lvl5pPr>
            <a:lvl6pPr>
              <a:defRPr sz="2465"/>
            </a:lvl6pPr>
            <a:lvl7pPr>
              <a:defRPr sz="2465"/>
            </a:lvl7pPr>
            <a:lvl8pPr>
              <a:defRPr sz="2465"/>
            </a:lvl8pPr>
            <a:lvl9pPr>
              <a:defRPr sz="24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A9781-4DCC-4F39-BECC-7014BD826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864" y="3380422"/>
            <a:ext cx="4845663" cy="6262651"/>
          </a:xfrm>
        </p:spPr>
        <p:txBody>
          <a:bodyPr/>
          <a:lstStyle>
            <a:lvl1pPr marL="0" indent="0">
              <a:buNone/>
              <a:defRPr sz="1972"/>
            </a:lvl1pPr>
            <a:lvl2pPr marL="563408" indent="0">
              <a:buNone/>
              <a:defRPr sz="1725"/>
            </a:lvl2pPr>
            <a:lvl3pPr marL="1126815" indent="0">
              <a:buNone/>
              <a:defRPr sz="1479"/>
            </a:lvl3pPr>
            <a:lvl4pPr marL="1690223" indent="0">
              <a:buNone/>
              <a:defRPr sz="1232"/>
            </a:lvl4pPr>
            <a:lvl5pPr marL="2253630" indent="0">
              <a:buNone/>
              <a:defRPr sz="1232"/>
            </a:lvl5pPr>
            <a:lvl6pPr marL="2817038" indent="0">
              <a:buNone/>
              <a:defRPr sz="1232"/>
            </a:lvl6pPr>
            <a:lvl7pPr marL="3380445" indent="0">
              <a:buNone/>
              <a:defRPr sz="1232"/>
            </a:lvl7pPr>
            <a:lvl8pPr marL="3943853" indent="0">
              <a:buNone/>
              <a:defRPr sz="1232"/>
            </a:lvl8pPr>
            <a:lvl9pPr marL="4507260" indent="0">
              <a:buNone/>
              <a:defRPr sz="12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1BF7A-37C4-43F0-A5DC-98D8B34B5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74010-4764-441F-A664-CEB0F95A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8DC86-816B-4B58-8F14-F2E53213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23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3954-2DB2-4958-AC7F-772768005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864" y="751205"/>
            <a:ext cx="4845663" cy="2629218"/>
          </a:xfrm>
        </p:spPr>
        <p:txBody>
          <a:bodyPr anchor="b"/>
          <a:lstStyle>
            <a:lvl1pPr>
              <a:defRPr sz="39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E2191-F5C2-436E-BA0C-B1EE7589E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87199" y="1622395"/>
            <a:ext cx="7605951" cy="8007637"/>
          </a:xfrm>
        </p:spPr>
        <p:txBody>
          <a:bodyPr/>
          <a:lstStyle>
            <a:lvl1pPr marL="0" indent="0">
              <a:buNone/>
              <a:defRPr sz="3943"/>
            </a:lvl1pPr>
            <a:lvl2pPr marL="563408" indent="0">
              <a:buNone/>
              <a:defRPr sz="3450"/>
            </a:lvl2pPr>
            <a:lvl3pPr marL="1126815" indent="0">
              <a:buNone/>
              <a:defRPr sz="2958"/>
            </a:lvl3pPr>
            <a:lvl4pPr marL="1690223" indent="0">
              <a:buNone/>
              <a:defRPr sz="2465"/>
            </a:lvl4pPr>
            <a:lvl5pPr marL="2253630" indent="0">
              <a:buNone/>
              <a:defRPr sz="2465"/>
            </a:lvl5pPr>
            <a:lvl6pPr marL="2817038" indent="0">
              <a:buNone/>
              <a:defRPr sz="2465"/>
            </a:lvl6pPr>
            <a:lvl7pPr marL="3380445" indent="0">
              <a:buNone/>
              <a:defRPr sz="2465"/>
            </a:lvl7pPr>
            <a:lvl8pPr marL="3943853" indent="0">
              <a:buNone/>
              <a:defRPr sz="2465"/>
            </a:lvl8pPr>
            <a:lvl9pPr marL="4507260" indent="0">
              <a:buNone/>
              <a:defRPr sz="246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EE034-EE2D-40C2-8056-88F60D0F8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4864" y="3380422"/>
            <a:ext cx="4845663" cy="6262651"/>
          </a:xfrm>
        </p:spPr>
        <p:txBody>
          <a:bodyPr/>
          <a:lstStyle>
            <a:lvl1pPr marL="0" indent="0">
              <a:buNone/>
              <a:defRPr sz="1972"/>
            </a:lvl1pPr>
            <a:lvl2pPr marL="563408" indent="0">
              <a:buNone/>
              <a:defRPr sz="1725"/>
            </a:lvl2pPr>
            <a:lvl3pPr marL="1126815" indent="0">
              <a:buNone/>
              <a:defRPr sz="1479"/>
            </a:lvl3pPr>
            <a:lvl4pPr marL="1690223" indent="0">
              <a:buNone/>
              <a:defRPr sz="1232"/>
            </a:lvl4pPr>
            <a:lvl5pPr marL="2253630" indent="0">
              <a:buNone/>
              <a:defRPr sz="1232"/>
            </a:lvl5pPr>
            <a:lvl6pPr marL="2817038" indent="0">
              <a:buNone/>
              <a:defRPr sz="1232"/>
            </a:lvl6pPr>
            <a:lvl7pPr marL="3380445" indent="0">
              <a:buNone/>
              <a:defRPr sz="1232"/>
            </a:lvl7pPr>
            <a:lvl8pPr marL="3943853" indent="0">
              <a:buNone/>
              <a:defRPr sz="1232"/>
            </a:lvl8pPr>
            <a:lvl9pPr marL="4507260" indent="0">
              <a:buNone/>
              <a:defRPr sz="12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D6DE5-92A7-409B-A31C-3DF1FEEA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F6B86-BDC2-41BA-8D69-CA9B5163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59EBF-E993-47F6-89E0-AB166F2D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00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C944-1B1B-47BE-A91B-1C8E6834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4EFF0-5BAE-4553-8ACF-A36494616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87BF5-55C5-4E7F-8E39-7A4DA906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E8828-4D1D-44AA-B7A7-4FBD4BD3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DB911-CBAD-4730-A1E8-7432D799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517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474D8-5982-4B3A-B990-33D0A2DF4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751621" y="599921"/>
            <a:ext cx="3239572" cy="95491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FFDC9-6BA6-41C3-A87F-454AC48CB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2907" y="599921"/>
            <a:ext cx="9530913" cy="95491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5587C-2354-46FB-8FEC-770755E9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92575-5447-4DB5-9DA8-DE679924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0CCB-F4E9-4095-A2DE-1136F599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1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2907" y="599923"/>
            <a:ext cx="12958286" cy="2177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2907" y="2999603"/>
            <a:ext cx="12958286" cy="7149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2907" y="10443838"/>
            <a:ext cx="3380423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6733" y="10443838"/>
            <a:ext cx="5070634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10770" y="10443838"/>
            <a:ext cx="3380423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502451" rtl="0" eaLnBrk="1" latinLnBrk="0" hangingPunct="1">
        <a:lnSpc>
          <a:spcPct val="90000"/>
        </a:lnSpc>
        <a:spcBef>
          <a:spcPct val="0"/>
        </a:spcBef>
        <a:buNone/>
        <a:defRPr sz="72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5613" indent="-375613" algn="l" defTabSz="1502451" rtl="0" eaLnBrk="1" latinLnBrk="0" hangingPunct="1">
        <a:lnSpc>
          <a:spcPct val="90000"/>
        </a:lnSpc>
        <a:spcBef>
          <a:spcPts val="1643"/>
        </a:spcBef>
        <a:buFont typeface="Arial" panose="020B0604020202020204" pitchFamily="34" charset="0"/>
        <a:buChar char="•"/>
        <a:defRPr sz="4601" kern="1200">
          <a:solidFill>
            <a:schemeClr val="tx1"/>
          </a:solidFill>
          <a:latin typeface="+mn-lt"/>
          <a:ea typeface="+mn-ea"/>
          <a:cs typeface="+mn-cs"/>
        </a:defRPr>
      </a:lvl1pPr>
      <a:lvl2pPr marL="1126838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3943" kern="1200">
          <a:solidFill>
            <a:schemeClr val="tx1"/>
          </a:solidFill>
          <a:latin typeface="+mn-lt"/>
          <a:ea typeface="+mn-ea"/>
          <a:cs typeface="+mn-cs"/>
        </a:defRPr>
      </a:lvl2pPr>
      <a:lvl3pPr marL="1878063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3286" kern="1200">
          <a:solidFill>
            <a:schemeClr val="tx1"/>
          </a:solidFill>
          <a:latin typeface="+mn-lt"/>
          <a:ea typeface="+mn-ea"/>
          <a:cs typeface="+mn-cs"/>
        </a:defRPr>
      </a:lvl3pPr>
      <a:lvl4pPr marL="2629289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4pPr>
      <a:lvl5pPr marL="3380514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5pPr>
      <a:lvl6pPr marL="4131739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6pPr>
      <a:lvl7pPr marL="4882965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7pPr>
      <a:lvl8pPr marL="5634190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8pPr>
      <a:lvl9pPr marL="6385415" indent="-375613" algn="l" defTabSz="1502451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1pPr>
      <a:lvl2pPr marL="751225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2pPr>
      <a:lvl3pPr marL="1502451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3pPr>
      <a:lvl4pPr marL="2253676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4pPr>
      <a:lvl5pPr marL="3004901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5pPr>
      <a:lvl6pPr marL="3756127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6pPr>
      <a:lvl7pPr marL="4507352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7pPr>
      <a:lvl8pPr marL="5258577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8pPr>
      <a:lvl9pPr marL="6009803" algn="l" defTabSz="1502451" rtl="0" eaLnBrk="1" latinLnBrk="0" hangingPunct="1">
        <a:defRPr sz="2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9D2E8-5AC6-4B93-841D-1B4FDF91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907" y="599921"/>
            <a:ext cx="12958286" cy="2177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C33B6-6237-4E79-9F1B-EDC1B2563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907" y="2999603"/>
            <a:ext cx="12958286" cy="7149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74376-F496-4E9D-B394-FF13DCBFD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2907" y="10443837"/>
            <a:ext cx="3380423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84CDA-E47B-4B18-820A-C0E8E499EBB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4E8F7-E917-4193-B731-24BD6B2B0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76733" y="10443837"/>
            <a:ext cx="5070634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21981-6F6C-44D2-B711-15795C9A5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0770" y="10443837"/>
            <a:ext cx="3380423" cy="599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2D4C8-12B8-42C8-97EF-CEA6185A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5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26815" rtl="0" eaLnBrk="1" latinLnBrk="0" hangingPunct="1">
        <a:lnSpc>
          <a:spcPct val="90000"/>
        </a:lnSpc>
        <a:spcBef>
          <a:spcPct val="0"/>
        </a:spcBef>
        <a:buNone/>
        <a:defRPr sz="54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1704" indent="-281704" algn="l" defTabSz="1126815" rtl="0" eaLnBrk="1" latinLnBrk="0" hangingPunct="1">
        <a:lnSpc>
          <a:spcPct val="90000"/>
        </a:lnSpc>
        <a:spcBef>
          <a:spcPts val="1232"/>
        </a:spcBef>
        <a:buFont typeface="Arial" panose="020B0604020202020204" pitchFamily="34" charset="0"/>
        <a:buChar char="•"/>
        <a:defRPr sz="3450" kern="1200">
          <a:solidFill>
            <a:schemeClr val="tx1"/>
          </a:solidFill>
          <a:latin typeface="+mn-lt"/>
          <a:ea typeface="+mn-ea"/>
          <a:cs typeface="+mn-cs"/>
        </a:defRPr>
      </a:lvl1pPr>
      <a:lvl2pPr marL="845111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958" kern="1200">
          <a:solidFill>
            <a:schemeClr val="tx1"/>
          </a:solidFill>
          <a:latin typeface="+mn-lt"/>
          <a:ea typeface="+mn-ea"/>
          <a:cs typeface="+mn-cs"/>
        </a:defRPr>
      </a:lvl2pPr>
      <a:lvl3pPr marL="1408519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465" kern="1200">
          <a:solidFill>
            <a:schemeClr val="tx1"/>
          </a:solidFill>
          <a:latin typeface="+mn-lt"/>
          <a:ea typeface="+mn-ea"/>
          <a:cs typeface="+mn-cs"/>
        </a:defRPr>
      </a:lvl3pPr>
      <a:lvl4pPr marL="1971926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4pPr>
      <a:lvl5pPr marL="2535334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5pPr>
      <a:lvl6pPr marL="3098742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6pPr>
      <a:lvl7pPr marL="3662149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7pPr>
      <a:lvl8pPr marL="4225557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8pPr>
      <a:lvl9pPr marL="4788964" indent="-281704" algn="l" defTabSz="1126815" rtl="0" eaLnBrk="1" latinLnBrk="0" hangingPunct="1">
        <a:lnSpc>
          <a:spcPct val="90000"/>
        </a:lnSpc>
        <a:spcBef>
          <a:spcPts val="616"/>
        </a:spcBef>
        <a:buFont typeface="Arial" panose="020B0604020202020204" pitchFamily="34" charset="0"/>
        <a:buChar char="•"/>
        <a:defRPr sz="22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1pPr>
      <a:lvl2pPr marL="563408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2pPr>
      <a:lvl3pPr marL="1126815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3pPr>
      <a:lvl4pPr marL="1690223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4pPr>
      <a:lvl5pPr marL="2253630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5pPr>
      <a:lvl6pPr marL="2817038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6pPr>
      <a:lvl7pPr marL="3380445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7pPr>
      <a:lvl8pPr marL="3943853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8pPr>
      <a:lvl9pPr marL="4507260" algn="l" defTabSz="1126815" rtl="0" eaLnBrk="1" latinLnBrk="0" hangingPunct="1">
        <a:defRPr sz="22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Straight Arrow Connector 16">
            <a:extLst>
              <a:ext uri="{FF2B5EF4-FFF2-40B4-BE49-F238E27FC236}">
                <a16:creationId xmlns:a16="http://schemas.microsoft.com/office/drawing/2014/main" id="{712DD860-8698-C59C-22C7-0CD9BAED008F}"/>
              </a:ext>
            </a:extLst>
          </p:cNvPr>
          <p:cNvCxnSpPr>
            <a:cxnSpLocks/>
          </p:cNvCxnSpPr>
          <p:nvPr/>
        </p:nvCxnSpPr>
        <p:spPr>
          <a:xfrm>
            <a:off x="4082082" y="3036087"/>
            <a:ext cx="4329" cy="331695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Gerade Verbindung mit Pfeil 301">
            <a:extLst>
              <a:ext uri="{FF2B5EF4-FFF2-40B4-BE49-F238E27FC236}">
                <a16:creationId xmlns:a16="http://schemas.microsoft.com/office/drawing/2014/main" id="{73683BA2-47FB-5E2A-0B7B-6CBE4B859176}"/>
              </a:ext>
            </a:extLst>
          </p:cNvPr>
          <p:cNvCxnSpPr>
            <a:cxnSpLocks/>
          </p:cNvCxnSpPr>
          <p:nvPr/>
        </p:nvCxnSpPr>
        <p:spPr>
          <a:xfrm>
            <a:off x="1662091" y="7391434"/>
            <a:ext cx="0" cy="21458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Gerade Verbindung mit Pfeil 297">
            <a:extLst>
              <a:ext uri="{FF2B5EF4-FFF2-40B4-BE49-F238E27FC236}">
                <a16:creationId xmlns:a16="http://schemas.microsoft.com/office/drawing/2014/main" id="{603B9FBB-7B10-23CF-5256-3518B1952A5A}"/>
              </a:ext>
            </a:extLst>
          </p:cNvPr>
          <p:cNvCxnSpPr>
            <a:cxnSpLocks/>
          </p:cNvCxnSpPr>
          <p:nvPr/>
        </p:nvCxnSpPr>
        <p:spPr>
          <a:xfrm flipH="1">
            <a:off x="2708956" y="8037074"/>
            <a:ext cx="990093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Gerade Verbindung mit Pfeil 238">
            <a:extLst>
              <a:ext uri="{FF2B5EF4-FFF2-40B4-BE49-F238E27FC236}">
                <a16:creationId xmlns:a16="http://schemas.microsoft.com/office/drawing/2014/main" id="{7BF5C206-62FA-0771-5B65-1EA1CC4366B0}"/>
              </a:ext>
            </a:extLst>
          </p:cNvPr>
          <p:cNvCxnSpPr>
            <a:cxnSpLocks/>
          </p:cNvCxnSpPr>
          <p:nvPr/>
        </p:nvCxnSpPr>
        <p:spPr>
          <a:xfrm>
            <a:off x="1475026" y="5747546"/>
            <a:ext cx="2063463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F01AE1-30A3-4E3B-B2FF-96797390B33F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4838787" y="2212604"/>
            <a:ext cx="670936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47A7118D-F1EC-47D2-8DA1-2A7E855E5F7A}"/>
              </a:ext>
            </a:extLst>
          </p:cNvPr>
          <p:cNvSpPr/>
          <p:nvPr/>
        </p:nvSpPr>
        <p:spPr>
          <a:xfrm>
            <a:off x="3334044" y="2021276"/>
            <a:ext cx="1504743" cy="382655"/>
          </a:xfrm>
          <a:prstGeom prst="snip2DiagRect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Massive feature creation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AF073C-50D6-4A7A-869D-C0BFC95E4186}"/>
              </a:ext>
            </a:extLst>
          </p:cNvPr>
          <p:cNvSpPr/>
          <p:nvPr/>
        </p:nvSpPr>
        <p:spPr>
          <a:xfrm>
            <a:off x="3548101" y="2735627"/>
            <a:ext cx="1085283" cy="382656"/>
          </a:xfrm>
          <a:prstGeom prst="roundRect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Model training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A674E0-8F42-440C-B133-F94E14D0435F}"/>
              </a:ext>
            </a:extLst>
          </p:cNvPr>
          <p:cNvCxnSpPr>
            <a:cxnSpLocks/>
            <a:stCxn id="8" idx="1"/>
            <a:endCxn id="13" idx="0"/>
          </p:cNvCxnSpPr>
          <p:nvPr/>
        </p:nvCxnSpPr>
        <p:spPr>
          <a:xfrm>
            <a:off x="4086414" y="2403931"/>
            <a:ext cx="4329" cy="331695"/>
          </a:xfrm>
          <a:prstGeom prst="straightConnector1">
            <a:avLst/>
          </a:prstGeom>
          <a:ln w="952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2" name="Gruppieren 281">
            <a:extLst>
              <a:ext uri="{FF2B5EF4-FFF2-40B4-BE49-F238E27FC236}">
                <a16:creationId xmlns:a16="http://schemas.microsoft.com/office/drawing/2014/main" id="{4AFA7362-4DE0-1177-31BF-A64C6D0B1A64}"/>
              </a:ext>
            </a:extLst>
          </p:cNvPr>
          <p:cNvGrpSpPr/>
          <p:nvPr/>
        </p:nvGrpSpPr>
        <p:grpSpPr>
          <a:xfrm>
            <a:off x="840386" y="5508452"/>
            <a:ext cx="1860714" cy="2244873"/>
            <a:chOff x="1764310" y="5235101"/>
            <a:chExt cx="1860714" cy="2244873"/>
          </a:xfrm>
        </p:grpSpPr>
        <p:cxnSp>
          <p:nvCxnSpPr>
            <p:cNvPr id="241" name="Gerade Verbindung mit Pfeil 240">
              <a:extLst>
                <a:ext uri="{FF2B5EF4-FFF2-40B4-BE49-F238E27FC236}">
                  <a16:creationId xmlns:a16="http://schemas.microsoft.com/office/drawing/2014/main" id="{4BA1E24C-057D-6992-515E-64D7687E04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6650" y="5643664"/>
              <a:ext cx="0" cy="183631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Rectangle: Diagonal Corners Snipped 71">
              <a:extLst>
                <a:ext uri="{FF2B5EF4-FFF2-40B4-BE49-F238E27FC236}">
                  <a16:creationId xmlns:a16="http://schemas.microsoft.com/office/drawing/2014/main" id="{9DA9D241-AF06-4246-B5E5-25F024B811A5}"/>
                </a:ext>
              </a:extLst>
            </p:cNvPr>
            <p:cNvSpPr/>
            <p:nvPr/>
          </p:nvSpPr>
          <p:spPr>
            <a:xfrm>
              <a:off x="1764310" y="5235101"/>
              <a:ext cx="1860714" cy="382655"/>
            </a:xfrm>
            <a:prstGeom prst="snip2DiagRect">
              <a:avLst/>
            </a:prstGeom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96" dirty="0"/>
                <a:t>New hyperparameters set</a:t>
              </a:r>
            </a:p>
          </p:txBody>
        </p: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F8E992-9AB0-4AF2-9192-D032F5D9B40C}"/>
              </a:ext>
            </a:extLst>
          </p:cNvPr>
          <p:cNvCxnSpPr>
            <a:cxnSpLocks/>
            <a:stCxn id="26" idx="2"/>
            <a:endCxn id="73" idx="0"/>
          </p:cNvCxnSpPr>
          <p:nvPr/>
        </p:nvCxnSpPr>
        <p:spPr>
          <a:xfrm flipH="1">
            <a:off x="4063059" y="4196625"/>
            <a:ext cx="4330" cy="343291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92FCDD-0CDF-407A-9020-60F05CDB639E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086412" y="5131144"/>
            <a:ext cx="0" cy="429369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0652F05-7C32-40C7-BCCF-C34FEC2E923F}"/>
              </a:ext>
            </a:extLst>
          </p:cNvPr>
          <p:cNvCxnSpPr>
            <a:cxnSpLocks/>
          </p:cNvCxnSpPr>
          <p:nvPr/>
        </p:nvCxnSpPr>
        <p:spPr>
          <a:xfrm>
            <a:off x="4086649" y="5728615"/>
            <a:ext cx="0" cy="456979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3E42E78C-B7CD-4925-BF3E-D2E5B7E5A1AE}"/>
              </a:ext>
            </a:extLst>
          </p:cNvPr>
          <p:cNvCxnSpPr>
            <a:cxnSpLocks/>
            <a:stCxn id="77" idx="2"/>
            <a:endCxn id="70" idx="0"/>
          </p:cNvCxnSpPr>
          <p:nvPr/>
        </p:nvCxnSpPr>
        <p:spPr>
          <a:xfrm rot="16200000" flipH="1">
            <a:off x="4419067" y="5610513"/>
            <a:ext cx="242427" cy="90773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34AA6AD0-EB33-4646-AEAF-69D022F2331C}"/>
              </a:ext>
            </a:extLst>
          </p:cNvPr>
          <p:cNvCxnSpPr>
            <a:stCxn id="77" idx="2"/>
            <a:endCxn id="71" idx="0"/>
          </p:cNvCxnSpPr>
          <p:nvPr/>
        </p:nvCxnSpPr>
        <p:spPr>
          <a:xfrm rot="16200000" flipH="1">
            <a:off x="4891645" y="5137934"/>
            <a:ext cx="242427" cy="185289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4AD8B466-89E7-4CCD-B027-67D01D1064B4}"/>
              </a:ext>
            </a:extLst>
          </p:cNvPr>
          <p:cNvCxnSpPr>
            <a:stCxn id="77" idx="2"/>
            <a:endCxn id="68" idx="0"/>
          </p:cNvCxnSpPr>
          <p:nvPr/>
        </p:nvCxnSpPr>
        <p:spPr>
          <a:xfrm rot="5400000">
            <a:off x="3502571" y="5601756"/>
            <a:ext cx="242428" cy="925254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46D74EDC-0AFE-4929-962B-9414A0B3680D}"/>
              </a:ext>
            </a:extLst>
          </p:cNvPr>
          <p:cNvCxnSpPr>
            <a:cxnSpLocks/>
            <a:stCxn id="77" idx="2"/>
            <a:endCxn id="33" idx="0"/>
          </p:cNvCxnSpPr>
          <p:nvPr/>
        </p:nvCxnSpPr>
        <p:spPr>
          <a:xfrm rot="5400000">
            <a:off x="3029992" y="5129178"/>
            <a:ext cx="242431" cy="1870411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CD68C239-F171-4CC0-B587-370B5408E747}"/>
              </a:ext>
            </a:extLst>
          </p:cNvPr>
          <p:cNvCxnSpPr>
            <a:cxnSpLocks/>
            <a:stCxn id="33" idx="2"/>
            <a:endCxn id="78" idx="0"/>
          </p:cNvCxnSpPr>
          <p:nvPr/>
        </p:nvCxnSpPr>
        <p:spPr>
          <a:xfrm rot="16200000" flipH="1">
            <a:off x="3015600" y="5735878"/>
            <a:ext cx="242551" cy="1841750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E03B8C95-030E-44F0-BE5B-EF0CECEC2FB7}"/>
              </a:ext>
            </a:extLst>
          </p:cNvPr>
          <p:cNvCxnSpPr>
            <a:stCxn id="68" idx="2"/>
            <a:endCxn id="78" idx="0"/>
          </p:cNvCxnSpPr>
          <p:nvPr/>
        </p:nvCxnSpPr>
        <p:spPr>
          <a:xfrm rot="16200000" flipH="1">
            <a:off x="3488178" y="6208455"/>
            <a:ext cx="242554" cy="896593"/>
          </a:xfrm>
          <a:prstGeom prst="bentConnector3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60FEA707-A3B7-40A5-A40C-45A0D566990F}"/>
              </a:ext>
            </a:extLst>
          </p:cNvPr>
          <p:cNvCxnSpPr>
            <a:stCxn id="70" idx="2"/>
            <a:endCxn id="78" idx="0"/>
          </p:cNvCxnSpPr>
          <p:nvPr/>
        </p:nvCxnSpPr>
        <p:spPr>
          <a:xfrm rot="5400000">
            <a:off x="4404671" y="6188554"/>
            <a:ext cx="242555" cy="936395"/>
          </a:xfrm>
          <a:prstGeom prst="bentConnector3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9921D5E-BCC8-46DF-96C3-19614BF2E947}"/>
              </a:ext>
            </a:extLst>
          </p:cNvPr>
          <p:cNvCxnSpPr>
            <a:stCxn id="71" idx="2"/>
            <a:endCxn id="78" idx="0"/>
          </p:cNvCxnSpPr>
          <p:nvPr/>
        </p:nvCxnSpPr>
        <p:spPr>
          <a:xfrm rot="5400000">
            <a:off x="4877250" y="5715976"/>
            <a:ext cx="242555" cy="1881551"/>
          </a:xfrm>
          <a:prstGeom prst="bentConnector3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F1A71C46-9155-495D-B4B9-EC2634C23AED}"/>
              </a:ext>
            </a:extLst>
          </p:cNvPr>
          <p:cNvCxnSpPr>
            <a:cxnSpLocks/>
            <a:stCxn id="114" idx="3"/>
            <a:endCxn id="73" idx="3"/>
          </p:cNvCxnSpPr>
          <p:nvPr/>
        </p:nvCxnSpPr>
        <p:spPr>
          <a:xfrm flipH="1" flipV="1">
            <a:off x="4801766" y="4933507"/>
            <a:ext cx="2539457" cy="3009033"/>
          </a:xfrm>
          <a:prstGeom prst="bentConnector3">
            <a:avLst>
              <a:gd name="adj1" fmla="val -900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542145B5-E5D5-4D1C-8D40-02C4E6A7DE98}"/>
              </a:ext>
            </a:extLst>
          </p:cNvPr>
          <p:cNvSpPr txBox="1"/>
          <p:nvPr/>
        </p:nvSpPr>
        <p:spPr>
          <a:xfrm>
            <a:off x="7360565" y="7450017"/>
            <a:ext cx="393754" cy="27635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96" b="1" dirty="0"/>
              <a:t>No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361E61D-E7AF-4F2A-A636-CF8587F3EA58}"/>
              </a:ext>
            </a:extLst>
          </p:cNvPr>
          <p:cNvSpPr txBox="1"/>
          <p:nvPr/>
        </p:nvSpPr>
        <p:spPr>
          <a:xfrm>
            <a:off x="1090587" y="6909746"/>
            <a:ext cx="393754" cy="27635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96" b="1" dirty="0"/>
              <a:t>No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F683874-B2E8-48FF-9227-87D3F4DA25D4}"/>
              </a:ext>
            </a:extLst>
          </p:cNvPr>
          <p:cNvSpPr txBox="1"/>
          <p:nvPr/>
        </p:nvSpPr>
        <p:spPr>
          <a:xfrm>
            <a:off x="1005074" y="8908198"/>
            <a:ext cx="479267" cy="27635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96" b="1" dirty="0"/>
              <a:t>Yes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581F697D-F87E-494D-AB77-7C8B54D9EF27}"/>
              </a:ext>
            </a:extLst>
          </p:cNvPr>
          <p:cNvCxnSpPr>
            <a:cxnSpLocks/>
            <a:endCxn id="170" idx="2"/>
          </p:cNvCxnSpPr>
          <p:nvPr/>
        </p:nvCxnSpPr>
        <p:spPr>
          <a:xfrm flipV="1">
            <a:off x="1826973" y="10024776"/>
            <a:ext cx="3682750" cy="1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2DBC6F2-A48D-48BF-9C7F-E38FAB70662E}"/>
              </a:ext>
            </a:extLst>
          </p:cNvPr>
          <p:cNvSpPr/>
          <p:nvPr/>
        </p:nvSpPr>
        <p:spPr>
          <a:xfrm>
            <a:off x="3515109" y="6778029"/>
            <a:ext cx="1085283" cy="382656"/>
          </a:xfrm>
          <a:prstGeom prst="roundRect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TSCV error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35F18B-E746-4B84-833A-BB1F7F69F243}"/>
              </a:ext>
            </a:extLst>
          </p:cNvPr>
          <p:cNvSpPr/>
          <p:nvPr/>
        </p:nvSpPr>
        <p:spPr>
          <a:xfrm>
            <a:off x="5509723" y="2021276"/>
            <a:ext cx="871580" cy="38265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b="1" dirty="0"/>
              <a:t>Start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CB84B95-45AB-4364-B892-04114E143ACA}"/>
              </a:ext>
            </a:extLst>
          </p:cNvPr>
          <p:cNvSpPr/>
          <p:nvPr/>
        </p:nvSpPr>
        <p:spPr>
          <a:xfrm>
            <a:off x="3431440" y="3360710"/>
            <a:ext cx="1271894" cy="8359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Create an average feature importance ranking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FE3C22-FB70-4403-ABB5-BAC7CFC297DE}"/>
              </a:ext>
            </a:extLst>
          </p:cNvPr>
          <p:cNvSpPr/>
          <p:nvPr/>
        </p:nvSpPr>
        <p:spPr>
          <a:xfrm>
            <a:off x="1822248" y="6185599"/>
            <a:ext cx="787507" cy="3498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Fold 1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283B8AE-7EF5-4080-A87A-F1B38C6434AC}"/>
              </a:ext>
            </a:extLst>
          </p:cNvPr>
          <p:cNvSpPr/>
          <p:nvPr/>
        </p:nvSpPr>
        <p:spPr>
          <a:xfrm>
            <a:off x="2767405" y="6185596"/>
            <a:ext cx="787507" cy="3498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Fold 2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87538D44-8A3D-4325-BF27-6F34E60780A9}"/>
              </a:ext>
            </a:extLst>
          </p:cNvPr>
          <p:cNvSpPr/>
          <p:nvPr/>
        </p:nvSpPr>
        <p:spPr>
          <a:xfrm>
            <a:off x="3683898" y="6185596"/>
            <a:ext cx="787507" cy="3498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Fold 3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C8346F6-6798-4973-B523-97770E75272F}"/>
              </a:ext>
            </a:extLst>
          </p:cNvPr>
          <p:cNvSpPr/>
          <p:nvPr/>
        </p:nvSpPr>
        <p:spPr>
          <a:xfrm>
            <a:off x="4600393" y="6185595"/>
            <a:ext cx="787507" cy="3498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Fold 4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60BD02D-AB28-4B72-AED9-D851705F5C4D}"/>
              </a:ext>
            </a:extLst>
          </p:cNvPr>
          <p:cNvSpPr/>
          <p:nvPr/>
        </p:nvSpPr>
        <p:spPr>
          <a:xfrm>
            <a:off x="5545550" y="6185595"/>
            <a:ext cx="787507" cy="3498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Fold 5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73CAD69-8E26-4EA5-A4D9-29772C571820}"/>
              </a:ext>
            </a:extLst>
          </p:cNvPr>
          <p:cNvSpPr/>
          <p:nvPr/>
        </p:nvSpPr>
        <p:spPr>
          <a:xfrm>
            <a:off x="3324349" y="4539915"/>
            <a:ext cx="1477417" cy="78718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Add one feature starting from the highest ranking </a:t>
            </a: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4D146DCB-884D-48B1-AF9A-051A5DE32F51}"/>
              </a:ext>
            </a:extLst>
          </p:cNvPr>
          <p:cNvSpPr/>
          <p:nvPr/>
        </p:nvSpPr>
        <p:spPr>
          <a:xfrm>
            <a:off x="5509723" y="9833448"/>
            <a:ext cx="871580" cy="38265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b="1" dirty="0"/>
              <a:t>End</a:t>
            </a:r>
          </a:p>
        </p:txBody>
      </p:sp>
      <p:cxnSp>
        <p:nvCxnSpPr>
          <p:cNvPr id="274" name="Gerade Verbindung mit Pfeil 273">
            <a:extLst>
              <a:ext uri="{FF2B5EF4-FFF2-40B4-BE49-F238E27FC236}">
                <a16:creationId xmlns:a16="http://schemas.microsoft.com/office/drawing/2014/main" id="{1D6B80B0-DBBE-9CF9-2059-5A5FECA34961}"/>
              </a:ext>
            </a:extLst>
          </p:cNvPr>
          <p:cNvCxnSpPr>
            <a:cxnSpLocks/>
          </p:cNvCxnSpPr>
          <p:nvPr/>
        </p:nvCxnSpPr>
        <p:spPr>
          <a:xfrm flipH="1">
            <a:off x="4684659" y="7980208"/>
            <a:ext cx="99009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682EB372-A3D2-4CE8-9C6D-AB48C6EAB711}"/>
              </a:ext>
            </a:extLst>
          </p:cNvPr>
          <p:cNvSpPr txBox="1"/>
          <p:nvPr/>
        </p:nvSpPr>
        <p:spPr>
          <a:xfrm>
            <a:off x="4868516" y="7536547"/>
            <a:ext cx="497752" cy="27635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96" b="1" dirty="0"/>
              <a:t>Yes</a:t>
            </a:r>
          </a:p>
        </p:txBody>
      </p:sp>
      <p:grpSp>
        <p:nvGrpSpPr>
          <p:cNvPr id="272" name="Gruppieren 271">
            <a:extLst>
              <a:ext uri="{FF2B5EF4-FFF2-40B4-BE49-F238E27FC236}">
                <a16:creationId xmlns:a16="http://schemas.microsoft.com/office/drawing/2014/main" id="{8522A4BA-C558-00E4-DDE3-D1FD4A5466CE}"/>
              </a:ext>
            </a:extLst>
          </p:cNvPr>
          <p:cNvGrpSpPr/>
          <p:nvPr/>
        </p:nvGrpSpPr>
        <p:grpSpPr>
          <a:xfrm>
            <a:off x="616371" y="7326560"/>
            <a:ext cx="4068288" cy="2941984"/>
            <a:chOff x="825523" y="7021347"/>
            <a:chExt cx="4068288" cy="2941984"/>
          </a:xfrm>
        </p:grpSpPr>
        <p:sp>
          <p:nvSpPr>
            <p:cNvPr id="157" name="Flowchart: Decision 156">
              <a:extLst>
                <a:ext uri="{FF2B5EF4-FFF2-40B4-BE49-F238E27FC236}">
                  <a16:creationId xmlns:a16="http://schemas.microsoft.com/office/drawing/2014/main" id="{1EBAD8F7-92A0-44E3-9B65-E0B953617A0F}"/>
                </a:ext>
              </a:extLst>
            </p:cNvPr>
            <p:cNvSpPr>
              <a:spLocks/>
            </p:cNvSpPr>
            <p:nvPr/>
          </p:nvSpPr>
          <p:spPr>
            <a:xfrm>
              <a:off x="825523" y="7021347"/>
              <a:ext cx="2063027" cy="1389295"/>
            </a:xfrm>
            <a:prstGeom prst="flowChartDecision">
              <a:avLst/>
            </a:prstGeom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367" dirty="0"/>
                <a:t>All HPO iterations performed?</a:t>
              </a:r>
            </a:p>
          </p:txBody>
        </p:sp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1C6F272B-6F58-495E-9F6C-1FC814A296D0}"/>
                </a:ext>
              </a:extLst>
            </p:cNvPr>
            <p:cNvSpPr/>
            <p:nvPr/>
          </p:nvSpPr>
          <p:spPr>
            <a:xfrm>
              <a:off x="1036476" y="9232110"/>
              <a:ext cx="2063027" cy="731221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96" dirty="0"/>
                <a:t>Keep the hyperparameters and the features with the lowest TSCV error</a:t>
              </a:r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C443D69E-AC40-439D-88F6-B4A62B2F2489}"/>
                </a:ext>
              </a:extLst>
            </p:cNvPr>
            <p:cNvSpPr/>
            <p:nvPr/>
          </p:nvSpPr>
          <p:spPr>
            <a:xfrm>
              <a:off x="3196799" y="7506329"/>
              <a:ext cx="1697012" cy="50886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96" dirty="0"/>
                <a:t>Keep the features with the lowest TSCV error</a:t>
              </a: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0CE0BE-7232-4995-A262-E69C220AC717}"/>
              </a:ext>
            </a:extLst>
          </p:cNvPr>
          <p:cNvSpPr/>
          <p:nvPr/>
        </p:nvSpPr>
        <p:spPr>
          <a:xfrm>
            <a:off x="1372039" y="3241646"/>
            <a:ext cx="1271893" cy="10116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Create a descending order of features based  on total gain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0716D4-DDE2-4887-99D4-68B882561495}"/>
              </a:ext>
            </a:extLst>
          </p:cNvPr>
          <p:cNvSpPr/>
          <p:nvPr/>
        </p:nvSpPr>
        <p:spPr>
          <a:xfrm>
            <a:off x="5482625" y="3250008"/>
            <a:ext cx="1271894" cy="10106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Create a descending order of features based  on total cover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AE2D2C4-6721-4F01-850A-EDA6B29A75B3}"/>
              </a:ext>
            </a:extLst>
          </p:cNvPr>
          <p:cNvSpPr/>
          <p:nvPr/>
        </p:nvSpPr>
        <p:spPr>
          <a:xfrm>
            <a:off x="3543770" y="5560512"/>
            <a:ext cx="1085283" cy="382656"/>
          </a:xfrm>
          <a:prstGeom prst="roundRect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96" dirty="0"/>
              <a:t>Model training</a:t>
            </a:r>
          </a:p>
        </p:txBody>
      </p:sp>
      <p:sp>
        <p:nvSpPr>
          <p:cNvPr id="114" name="Flowchart: Decision 113">
            <a:extLst>
              <a:ext uri="{FF2B5EF4-FFF2-40B4-BE49-F238E27FC236}">
                <a16:creationId xmlns:a16="http://schemas.microsoft.com/office/drawing/2014/main" id="{85F0D575-2701-4061-B8F7-2317F0F5FA68}"/>
              </a:ext>
            </a:extLst>
          </p:cNvPr>
          <p:cNvSpPr/>
          <p:nvPr/>
        </p:nvSpPr>
        <p:spPr>
          <a:xfrm>
            <a:off x="5421721" y="7186104"/>
            <a:ext cx="1919502" cy="1512872"/>
          </a:xfrm>
          <a:prstGeom prst="flowChartDecision">
            <a:avLst/>
          </a:prstGeom>
          <a:ln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67" dirty="0"/>
              <a:t>All features added or tolerance reached?</a:t>
            </a:r>
          </a:p>
        </p:txBody>
      </p:sp>
      <p:sp>
        <p:nvSpPr>
          <p:cNvPr id="280" name="Pfeil: nach rechts 279">
            <a:extLst>
              <a:ext uri="{FF2B5EF4-FFF2-40B4-BE49-F238E27FC236}">
                <a16:creationId xmlns:a16="http://schemas.microsoft.com/office/drawing/2014/main" id="{6CBB2C2A-66BF-2B67-80C6-A4B1C60C413E}"/>
              </a:ext>
            </a:extLst>
          </p:cNvPr>
          <p:cNvSpPr/>
          <p:nvPr/>
        </p:nvSpPr>
        <p:spPr>
          <a:xfrm>
            <a:off x="2719902" y="3604174"/>
            <a:ext cx="481431" cy="28659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1" name="Pfeil: nach rechts 280">
            <a:extLst>
              <a:ext uri="{FF2B5EF4-FFF2-40B4-BE49-F238E27FC236}">
                <a16:creationId xmlns:a16="http://schemas.microsoft.com/office/drawing/2014/main" id="{DCFD3FCA-1FC9-5DC4-7F29-DCDF4755A792}"/>
              </a:ext>
            </a:extLst>
          </p:cNvPr>
          <p:cNvSpPr/>
          <p:nvPr/>
        </p:nvSpPr>
        <p:spPr>
          <a:xfrm flipH="1">
            <a:off x="4925224" y="3635371"/>
            <a:ext cx="481431" cy="286591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7" name="Verbinder: gewinkelt 296">
            <a:extLst>
              <a:ext uri="{FF2B5EF4-FFF2-40B4-BE49-F238E27FC236}">
                <a16:creationId xmlns:a16="http://schemas.microsoft.com/office/drawing/2014/main" id="{09DFF507-F395-2B4C-A041-76D098594370}"/>
              </a:ext>
            </a:extLst>
          </p:cNvPr>
          <p:cNvCxnSpPr>
            <a:stCxn id="78" idx="3"/>
            <a:endCxn id="114" idx="0"/>
          </p:cNvCxnSpPr>
          <p:nvPr/>
        </p:nvCxnSpPr>
        <p:spPr>
          <a:xfrm>
            <a:off x="4600392" y="6969357"/>
            <a:ext cx="1781080" cy="216747"/>
          </a:xfrm>
          <a:prstGeom prst="bentConnector2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99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909E5F-6A8F-45C9-89CA-4EBD9309B27C}"/>
              </a:ext>
            </a:extLst>
          </p:cNvPr>
          <p:cNvSpPr/>
          <p:nvPr/>
        </p:nvSpPr>
        <p:spPr>
          <a:xfrm>
            <a:off x="10358045" y="1955260"/>
            <a:ext cx="4587407" cy="6946505"/>
          </a:xfrm>
          <a:prstGeom prst="round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A099DA-FBA2-4BCA-9B31-2EC1F4CE7F9E}"/>
              </a:ext>
            </a:extLst>
          </p:cNvPr>
          <p:cNvSpPr/>
          <p:nvPr/>
        </p:nvSpPr>
        <p:spPr>
          <a:xfrm>
            <a:off x="5373504" y="1955260"/>
            <a:ext cx="4587407" cy="6946505"/>
          </a:xfrm>
          <a:prstGeom prst="round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513EC7-8825-4507-8C94-8147821B9274}"/>
              </a:ext>
            </a:extLst>
          </p:cNvPr>
          <p:cNvSpPr/>
          <p:nvPr/>
        </p:nvSpPr>
        <p:spPr>
          <a:xfrm>
            <a:off x="232160" y="1955260"/>
            <a:ext cx="4649663" cy="6946505"/>
          </a:xfrm>
          <a:prstGeom prst="roundRect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Arrow: Up 29">
            <a:extLst>
              <a:ext uri="{FF2B5EF4-FFF2-40B4-BE49-F238E27FC236}">
                <a16:creationId xmlns:a16="http://schemas.microsoft.com/office/drawing/2014/main" id="{AE5B7AA4-E266-42A7-A7EF-E0640D2D7307}"/>
              </a:ext>
            </a:extLst>
          </p:cNvPr>
          <p:cNvSpPr/>
          <p:nvPr/>
        </p:nvSpPr>
        <p:spPr>
          <a:xfrm rot="10800000">
            <a:off x="11342904" y="3052060"/>
            <a:ext cx="2596659" cy="5617959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28000">
                <a:schemeClr val="accent5">
                  <a:lumMod val="60000"/>
                  <a:lumOff val="40000"/>
                </a:schemeClr>
              </a:gs>
              <a:gs pos="83000">
                <a:schemeClr val="accent5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61F22-EC0A-4E7F-B194-894617B54B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074" y="2407147"/>
            <a:ext cx="4337380" cy="2764619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42CBA4-A062-4C15-BABE-9E69DBF5D3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147" y="6067240"/>
            <a:ext cx="3847076" cy="1939050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38E1B5-86E2-4410-9845-523DACDB1C52}"/>
              </a:ext>
            </a:extLst>
          </p:cNvPr>
          <p:cNvSpPr txBox="1"/>
          <p:nvPr/>
        </p:nvSpPr>
        <p:spPr>
          <a:xfrm>
            <a:off x="2257982" y="1074860"/>
            <a:ext cx="1451038" cy="69910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94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BB659-DC6D-40D0-9949-42168A067B52}"/>
              </a:ext>
            </a:extLst>
          </p:cNvPr>
          <p:cNvSpPr txBox="1"/>
          <p:nvPr/>
        </p:nvSpPr>
        <p:spPr>
          <a:xfrm>
            <a:off x="1231388" y="5171766"/>
            <a:ext cx="2792752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Load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83D1B-C837-4174-898F-99B400BAA524}"/>
              </a:ext>
            </a:extLst>
          </p:cNvPr>
          <p:cNvSpPr txBox="1"/>
          <p:nvPr/>
        </p:nvSpPr>
        <p:spPr>
          <a:xfrm>
            <a:off x="1256431" y="8037075"/>
            <a:ext cx="2598596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Data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9CAC00-122C-47C3-B78A-4E8D7F005DB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46167" y="2366310"/>
            <a:ext cx="4042079" cy="2780899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0DE54F-0103-429C-9217-B3DE34B9B725}"/>
              </a:ext>
            </a:extLst>
          </p:cNvPr>
          <p:cNvSpPr txBox="1"/>
          <p:nvPr/>
        </p:nvSpPr>
        <p:spPr>
          <a:xfrm>
            <a:off x="6391434" y="1074860"/>
            <a:ext cx="2513701" cy="699102"/>
          </a:xfrm>
          <a:prstGeom prst="rect">
            <a:avLst/>
          </a:prstGeom>
          <a:noFill/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943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31483-D9B1-43F8-9070-348F44CF7463}"/>
              </a:ext>
            </a:extLst>
          </p:cNvPr>
          <p:cNvSpPr txBox="1"/>
          <p:nvPr/>
        </p:nvSpPr>
        <p:spPr>
          <a:xfrm>
            <a:off x="7015649" y="5171766"/>
            <a:ext cx="1303114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3D1B71-4CD4-4346-BC00-154C9E3AAAB8}"/>
              </a:ext>
            </a:extLst>
          </p:cNvPr>
          <p:cNvSpPr/>
          <p:nvPr/>
        </p:nvSpPr>
        <p:spPr>
          <a:xfrm>
            <a:off x="5872484" y="5998597"/>
            <a:ext cx="3551600" cy="179893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&amp; </a:t>
            </a:r>
          </a:p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ML-derived Information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9D7FD9-52B9-4035-BE5B-69781BD12D8D}"/>
              </a:ext>
            </a:extLst>
          </p:cNvPr>
          <p:cNvSpPr txBox="1"/>
          <p:nvPr/>
        </p:nvSpPr>
        <p:spPr>
          <a:xfrm>
            <a:off x="6805745" y="8037075"/>
            <a:ext cx="1685077" cy="623248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8CB4B-E9C1-44F5-9F89-0B2DEBBE6A59}"/>
              </a:ext>
            </a:extLst>
          </p:cNvPr>
          <p:cNvSpPr txBox="1"/>
          <p:nvPr/>
        </p:nvSpPr>
        <p:spPr>
          <a:xfrm>
            <a:off x="11326696" y="1074860"/>
            <a:ext cx="2294218" cy="699102"/>
          </a:xfrm>
          <a:prstGeom prst="rect">
            <a:avLst/>
          </a:prstGeom>
          <a:noFill/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1126815"/>
            <a:r>
              <a:rPr lang="en-US" sz="3943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1BA354-7708-44BB-9020-87E51BC164C9}"/>
              </a:ext>
            </a:extLst>
          </p:cNvPr>
          <p:cNvSpPr/>
          <p:nvPr/>
        </p:nvSpPr>
        <p:spPr>
          <a:xfrm>
            <a:off x="10863773" y="2357688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B03C43-26DC-43FE-9805-2143B03DC7F0}"/>
              </a:ext>
            </a:extLst>
          </p:cNvPr>
          <p:cNvSpPr/>
          <p:nvPr/>
        </p:nvSpPr>
        <p:spPr>
          <a:xfrm>
            <a:off x="10863773" y="5020762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HPO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ACF4FF-01DF-49B9-95E5-5832499C9F4D}"/>
              </a:ext>
            </a:extLst>
          </p:cNvPr>
          <p:cNvSpPr/>
          <p:nvPr/>
        </p:nvSpPr>
        <p:spPr>
          <a:xfrm>
            <a:off x="10863773" y="3689225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BEA2F05-DA8F-40ED-BA8B-EFEE41B3D110}"/>
              </a:ext>
            </a:extLst>
          </p:cNvPr>
          <p:cNvSpPr/>
          <p:nvPr/>
        </p:nvSpPr>
        <p:spPr>
          <a:xfrm>
            <a:off x="10853259" y="6352299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E035D23-7A87-4F72-B149-9745266287A2}"/>
              </a:ext>
            </a:extLst>
          </p:cNvPr>
          <p:cNvSpPr/>
          <p:nvPr/>
        </p:nvSpPr>
        <p:spPr>
          <a:xfrm>
            <a:off x="10863773" y="7683836"/>
            <a:ext cx="3575950" cy="840278"/>
          </a:xfrm>
          <a:prstGeom prst="roundRect">
            <a:avLst/>
          </a:prstGeom>
          <a:solidFill>
            <a:srgbClr val="B1C8DD"/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r>
              <a:rPr lang="en-US" sz="2958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8" name="Arrow: Curved Right 27">
            <a:extLst>
              <a:ext uri="{FF2B5EF4-FFF2-40B4-BE49-F238E27FC236}">
                <a16:creationId xmlns:a16="http://schemas.microsoft.com/office/drawing/2014/main" id="{27EF8F9E-3DA3-4A8F-BDF8-CC344B54BBFB}"/>
              </a:ext>
            </a:extLst>
          </p:cNvPr>
          <p:cNvSpPr/>
          <p:nvPr/>
        </p:nvSpPr>
        <p:spPr>
          <a:xfrm rot="16200000">
            <a:off x="4811897" y="8532270"/>
            <a:ext cx="625204" cy="1801401"/>
          </a:xfrm>
          <a:prstGeom prst="curvedRight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6E8524CC-5AE8-4F77-8A45-9B376DE98673}"/>
              </a:ext>
            </a:extLst>
          </p:cNvPr>
          <p:cNvSpPr/>
          <p:nvPr/>
        </p:nvSpPr>
        <p:spPr>
          <a:xfrm rot="16200000">
            <a:off x="10025297" y="8532269"/>
            <a:ext cx="625204" cy="1801401"/>
          </a:xfrm>
          <a:prstGeom prst="curvedRightArrow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126815"/>
            <a:endParaRPr lang="en-US" sz="221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086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116</Words>
  <Application>Microsoft Office PowerPoint</Application>
  <PresentationFormat>Custom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2013 – 2022-Design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Dimitrios Papadopoulos</dc:creator>
  <cp:lastModifiedBy>Dimitrios Papadopoulos</cp:lastModifiedBy>
  <cp:revision>15</cp:revision>
  <dcterms:created xsi:type="dcterms:W3CDTF">2025-03-25T15:53:57Z</dcterms:created>
  <dcterms:modified xsi:type="dcterms:W3CDTF">2026-04-13T12:20:08Z</dcterms:modified>
</cp:coreProperties>
</file>