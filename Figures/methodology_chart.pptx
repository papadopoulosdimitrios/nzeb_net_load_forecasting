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60" r:id="rId2"/>
  </p:sldIdLst>
  <p:sldSz cx="15024100" cy="11268075"/>
  <p:notesSz cx="6858000" cy="9144000"/>
  <p:defaultTextStyle>
    <a:defPPr>
      <a:defRPr lang="en-US"/>
    </a:defPPr>
    <a:lvl1pPr marL="0" algn="l" defTabSz="527401" rtl="0" eaLnBrk="1" latinLnBrk="0" hangingPunct="1">
      <a:defRPr sz="2076" kern="1200">
        <a:solidFill>
          <a:schemeClr val="tx1"/>
        </a:solidFill>
        <a:latin typeface="+mn-lt"/>
        <a:ea typeface="+mn-ea"/>
        <a:cs typeface="+mn-cs"/>
      </a:defRPr>
    </a:lvl1pPr>
    <a:lvl2pPr marL="527401" algn="l" defTabSz="527401" rtl="0" eaLnBrk="1" latinLnBrk="0" hangingPunct="1">
      <a:defRPr sz="2076" kern="1200">
        <a:solidFill>
          <a:schemeClr val="tx1"/>
        </a:solidFill>
        <a:latin typeface="+mn-lt"/>
        <a:ea typeface="+mn-ea"/>
        <a:cs typeface="+mn-cs"/>
      </a:defRPr>
    </a:lvl2pPr>
    <a:lvl3pPr marL="1054799" algn="l" defTabSz="527401" rtl="0" eaLnBrk="1" latinLnBrk="0" hangingPunct="1">
      <a:defRPr sz="2076" kern="1200">
        <a:solidFill>
          <a:schemeClr val="tx1"/>
        </a:solidFill>
        <a:latin typeface="+mn-lt"/>
        <a:ea typeface="+mn-ea"/>
        <a:cs typeface="+mn-cs"/>
      </a:defRPr>
    </a:lvl3pPr>
    <a:lvl4pPr marL="1582200" algn="l" defTabSz="527401" rtl="0" eaLnBrk="1" latinLnBrk="0" hangingPunct="1">
      <a:defRPr sz="2076" kern="1200">
        <a:solidFill>
          <a:schemeClr val="tx1"/>
        </a:solidFill>
        <a:latin typeface="+mn-lt"/>
        <a:ea typeface="+mn-ea"/>
        <a:cs typeface="+mn-cs"/>
      </a:defRPr>
    </a:lvl4pPr>
    <a:lvl5pPr marL="2109599" algn="l" defTabSz="527401" rtl="0" eaLnBrk="1" latinLnBrk="0" hangingPunct="1">
      <a:defRPr sz="2076" kern="1200">
        <a:solidFill>
          <a:schemeClr val="tx1"/>
        </a:solidFill>
        <a:latin typeface="+mn-lt"/>
        <a:ea typeface="+mn-ea"/>
        <a:cs typeface="+mn-cs"/>
      </a:defRPr>
    </a:lvl5pPr>
    <a:lvl6pPr marL="2637001" algn="l" defTabSz="527401" rtl="0" eaLnBrk="1" latinLnBrk="0" hangingPunct="1">
      <a:defRPr sz="2076" kern="1200">
        <a:solidFill>
          <a:schemeClr val="tx1"/>
        </a:solidFill>
        <a:latin typeface="+mn-lt"/>
        <a:ea typeface="+mn-ea"/>
        <a:cs typeface="+mn-cs"/>
      </a:defRPr>
    </a:lvl6pPr>
    <a:lvl7pPr marL="3164398" algn="l" defTabSz="527401" rtl="0" eaLnBrk="1" latinLnBrk="0" hangingPunct="1">
      <a:defRPr sz="2076" kern="1200">
        <a:solidFill>
          <a:schemeClr val="tx1"/>
        </a:solidFill>
        <a:latin typeface="+mn-lt"/>
        <a:ea typeface="+mn-ea"/>
        <a:cs typeface="+mn-cs"/>
      </a:defRPr>
    </a:lvl7pPr>
    <a:lvl8pPr marL="3691800" algn="l" defTabSz="527401" rtl="0" eaLnBrk="1" latinLnBrk="0" hangingPunct="1">
      <a:defRPr sz="2076" kern="1200">
        <a:solidFill>
          <a:schemeClr val="tx1"/>
        </a:solidFill>
        <a:latin typeface="+mn-lt"/>
        <a:ea typeface="+mn-ea"/>
        <a:cs typeface="+mn-cs"/>
      </a:defRPr>
    </a:lvl8pPr>
    <a:lvl9pPr marL="4219197" algn="l" defTabSz="527401" rtl="0" eaLnBrk="1" latinLnBrk="0" hangingPunct="1">
      <a:defRPr sz="207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1C8DD"/>
    <a:srgbClr val="FFFFFF"/>
    <a:srgbClr val="2E6CA4"/>
    <a:srgbClr val="959E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6" autoAdjust="0"/>
    <p:restoredTop sz="94688" autoAdjust="0"/>
  </p:normalViewPr>
  <p:slideViewPr>
    <p:cSldViewPr snapToGrid="0">
      <p:cViewPr varScale="1">
        <p:scale>
          <a:sx n="93" d="100"/>
          <a:sy n="93" d="100"/>
        </p:scale>
        <p:origin x="19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84552-4095-421C-81D7-63DA4055F8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8013" y="1844105"/>
            <a:ext cx="11268075" cy="3922959"/>
          </a:xfrm>
        </p:spPr>
        <p:txBody>
          <a:bodyPr anchor="b"/>
          <a:lstStyle>
            <a:lvl1pPr algn="ctr">
              <a:defRPr sz="739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69BA81-64D5-49E4-A1CC-BB0321ECDA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8013" y="5918349"/>
            <a:ext cx="11268075" cy="2720509"/>
          </a:xfrm>
        </p:spPr>
        <p:txBody>
          <a:bodyPr/>
          <a:lstStyle>
            <a:lvl1pPr marL="0" indent="0" algn="ctr">
              <a:buNone/>
              <a:defRPr sz="2958"/>
            </a:lvl1pPr>
            <a:lvl2pPr marL="563408" indent="0" algn="ctr">
              <a:buNone/>
              <a:defRPr sz="2465"/>
            </a:lvl2pPr>
            <a:lvl3pPr marL="1126815" indent="0" algn="ctr">
              <a:buNone/>
              <a:defRPr sz="2218"/>
            </a:lvl3pPr>
            <a:lvl4pPr marL="1690223" indent="0" algn="ctr">
              <a:buNone/>
              <a:defRPr sz="1972"/>
            </a:lvl4pPr>
            <a:lvl5pPr marL="2253630" indent="0" algn="ctr">
              <a:buNone/>
              <a:defRPr sz="1972"/>
            </a:lvl5pPr>
            <a:lvl6pPr marL="2817038" indent="0" algn="ctr">
              <a:buNone/>
              <a:defRPr sz="1972"/>
            </a:lvl6pPr>
            <a:lvl7pPr marL="3380445" indent="0" algn="ctr">
              <a:buNone/>
              <a:defRPr sz="1972"/>
            </a:lvl7pPr>
            <a:lvl8pPr marL="3943853" indent="0" algn="ctr">
              <a:buNone/>
              <a:defRPr sz="1972"/>
            </a:lvl8pPr>
            <a:lvl9pPr marL="4507260" indent="0" algn="ctr">
              <a:buNone/>
              <a:defRPr sz="1972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76C88-6775-44BA-B2A8-246D70BC9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84CDA-E47B-4B18-820A-C0E8E499EBB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EF0B1-51DE-4E4F-852C-B88AF3A6E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AA4DC-E8E8-4AA7-AD6C-C58713560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D4C8-12B8-42C8-97EF-CEA6185AF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54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54FA7-B7BA-4302-AF19-B31AB4551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AEDCC-C5B1-4622-BDD4-FB8DE1026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F42F8-A7D4-4E86-8716-203C5114E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84CDA-E47B-4B18-820A-C0E8E499EBB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3D144-CC83-4A54-A2CE-F8440B856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195CF-C728-4B27-A845-878AC6747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D4C8-12B8-42C8-97EF-CEA6185AF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45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BFF21-74D9-4B96-A926-E343B6702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082" y="2809196"/>
            <a:ext cx="12958286" cy="4687205"/>
          </a:xfrm>
        </p:spPr>
        <p:txBody>
          <a:bodyPr anchor="b"/>
          <a:lstStyle>
            <a:lvl1pPr>
              <a:defRPr sz="739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50A7B-D803-48C7-85D4-CB16EDC34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5082" y="7540743"/>
            <a:ext cx="12958286" cy="2464891"/>
          </a:xfrm>
        </p:spPr>
        <p:txBody>
          <a:bodyPr/>
          <a:lstStyle>
            <a:lvl1pPr marL="0" indent="0">
              <a:buNone/>
              <a:defRPr sz="2958">
                <a:solidFill>
                  <a:schemeClr val="tx1">
                    <a:tint val="75000"/>
                  </a:schemeClr>
                </a:solidFill>
              </a:defRPr>
            </a:lvl1pPr>
            <a:lvl2pPr marL="563408" indent="0">
              <a:buNone/>
              <a:defRPr sz="2465">
                <a:solidFill>
                  <a:schemeClr val="tx1">
                    <a:tint val="75000"/>
                  </a:schemeClr>
                </a:solidFill>
              </a:defRPr>
            </a:lvl2pPr>
            <a:lvl3pPr marL="1126815" indent="0">
              <a:buNone/>
              <a:defRPr sz="2218">
                <a:solidFill>
                  <a:schemeClr val="tx1">
                    <a:tint val="75000"/>
                  </a:schemeClr>
                </a:solidFill>
              </a:defRPr>
            </a:lvl3pPr>
            <a:lvl4pPr marL="1690223" indent="0">
              <a:buNone/>
              <a:defRPr sz="1972">
                <a:solidFill>
                  <a:schemeClr val="tx1">
                    <a:tint val="75000"/>
                  </a:schemeClr>
                </a:solidFill>
              </a:defRPr>
            </a:lvl4pPr>
            <a:lvl5pPr marL="2253630" indent="0">
              <a:buNone/>
              <a:defRPr sz="1972">
                <a:solidFill>
                  <a:schemeClr val="tx1">
                    <a:tint val="75000"/>
                  </a:schemeClr>
                </a:solidFill>
              </a:defRPr>
            </a:lvl5pPr>
            <a:lvl6pPr marL="2817038" indent="0">
              <a:buNone/>
              <a:defRPr sz="1972">
                <a:solidFill>
                  <a:schemeClr val="tx1">
                    <a:tint val="75000"/>
                  </a:schemeClr>
                </a:solidFill>
              </a:defRPr>
            </a:lvl6pPr>
            <a:lvl7pPr marL="3380445" indent="0">
              <a:buNone/>
              <a:defRPr sz="1972">
                <a:solidFill>
                  <a:schemeClr val="tx1">
                    <a:tint val="75000"/>
                  </a:schemeClr>
                </a:solidFill>
              </a:defRPr>
            </a:lvl7pPr>
            <a:lvl8pPr marL="3943853" indent="0">
              <a:buNone/>
              <a:defRPr sz="1972">
                <a:solidFill>
                  <a:schemeClr val="tx1">
                    <a:tint val="75000"/>
                  </a:schemeClr>
                </a:solidFill>
              </a:defRPr>
            </a:lvl8pPr>
            <a:lvl9pPr marL="4507260" indent="0">
              <a:buNone/>
              <a:defRPr sz="197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09931-F067-499D-A70F-905E94D02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84CDA-E47B-4B18-820A-C0E8E499EBB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7CE91-FF7A-49AB-BEC6-50326D86B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04F50-7B7F-4A5B-9737-7119FEF89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D4C8-12B8-42C8-97EF-CEA6185AF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823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64D88-FC88-4C0A-A020-09C6EEA61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25638-5106-49AE-A170-394ECA2AB1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2907" y="2999603"/>
            <a:ext cx="6385243" cy="7149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4AECB-BFA7-4953-A170-FCA04915E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05950" y="2999603"/>
            <a:ext cx="6385243" cy="7149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AB5718-DE2D-44EC-8691-58A34BB6A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84CDA-E47B-4B18-820A-C0E8E499EBB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02515C-8686-4A90-99E1-726441A87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A20A06-3A92-47CE-82EE-25DC235E4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D4C8-12B8-42C8-97EF-CEA6185AF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082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1552F-C0DB-4CA8-BF92-547E2CE44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864" y="599921"/>
            <a:ext cx="12958286" cy="217797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993C1-5DFC-4D1D-BAFE-8E7C5E145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4864" y="2762244"/>
            <a:ext cx="6355898" cy="1353733"/>
          </a:xfrm>
        </p:spPr>
        <p:txBody>
          <a:bodyPr anchor="b"/>
          <a:lstStyle>
            <a:lvl1pPr marL="0" indent="0">
              <a:buNone/>
              <a:defRPr sz="2958" b="1"/>
            </a:lvl1pPr>
            <a:lvl2pPr marL="563408" indent="0">
              <a:buNone/>
              <a:defRPr sz="2465" b="1"/>
            </a:lvl2pPr>
            <a:lvl3pPr marL="1126815" indent="0">
              <a:buNone/>
              <a:defRPr sz="2218" b="1"/>
            </a:lvl3pPr>
            <a:lvl4pPr marL="1690223" indent="0">
              <a:buNone/>
              <a:defRPr sz="1972" b="1"/>
            </a:lvl4pPr>
            <a:lvl5pPr marL="2253630" indent="0">
              <a:buNone/>
              <a:defRPr sz="1972" b="1"/>
            </a:lvl5pPr>
            <a:lvl6pPr marL="2817038" indent="0">
              <a:buNone/>
              <a:defRPr sz="1972" b="1"/>
            </a:lvl6pPr>
            <a:lvl7pPr marL="3380445" indent="0">
              <a:buNone/>
              <a:defRPr sz="1972" b="1"/>
            </a:lvl7pPr>
            <a:lvl8pPr marL="3943853" indent="0">
              <a:buNone/>
              <a:defRPr sz="1972" b="1"/>
            </a:lvl8pPr>
            <a:lvl9pPr marL="4507260" indent="0">
              <a:buNone/>
              <a:defRPr sz="19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5AFA8E-F4CB-452F-9024-2FA43069C6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4864" y="4115977"/>
            <a:ext cx="6355898" cy="6053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E95D57-5E44-406A-9C4F-0D096E9320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605951" y="2762244"/>
            <a:ext cx="6387199" cy="1353733"/>
          </a:xfrm>
        </p:spPr>
        <p:txBody>
          <a:bodyPr anchor="b"/>
          <a:lstStyle>
            <a:lvl1pPr marL="0" indent="0">
              <a:buNone/>
              <a:defRPr sz="2958" b="1"/>
            </a:lvl1pPr>
            <a:lvl2pPr marL="563408" indent="0">
              <a:buNone/>
              <a:defRPr sz="2465" b="1"/>
            </a:lvl2pPr>
            <a:lvl3pPr marL="1126815" indent="0">
              <a:buNone/>
              <a:defRPr sz="2218" b="1"/>
            </a:lvl3pPr>
            <a:lvl4pPr marL="1690223" indent="0">
              <a:buNone/>
              <a:defRPr sz="1972" b="1"/>
            </a:lvl4pPr>
            <a:lvl5pPr marL="2253630" indent="0">
              <a:buNone/>
              <a:defRPr sz="1972" b="1"/>
            </a:lvl5pPr>
            <a:lvl6pPr marL="2817038" indent="0">
              <a:buNone/>
              <a:defRPr sz="1972" b="1"/>
            </a:lvl6pPr>
            <a:lvl7pPr marL="3380445" indent="0">
              <a:buNone/>
              <a:defRPr sz="1972" b="1"/>
            </a:lvl7pPr>
            <a:lvl8pPr marL="3943853" indent="0">
              <a:buNone/>
              <a:defRPr sz="1972" b="1"/>
            </a:lvl8pPr>
            <a:lvl9pPr marL="4507260" indent="0">
              <a:buNone/>
              <a:defRPr sz="19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D25504-2735-4C02-9337-60727BBF54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605951" y="4115977"/>
            <a:ext cx="6387199" cy="6053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D11162-7404-4460-8078-1CAE87E93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84CDA-E47B-4B18-820A-C0E8E499EBB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19034E-B3F3-4ECE-AF6D-51BBB9494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EC7F3E-C100-4072-BB01-FA11A602C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D4C8-12B8-42C8-97EF-CEA6185AF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746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A3634-C865-4B96-AEA4-0DED66002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EAFA3B-190A-4837-95EA-B8245AF57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84CDA-E47B-4B18-820A-C0E8E499EBB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14A906-AAB3-41D5-BFB4-1536FC377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CBE846-E4D0-44EE-A0A1-CA73183F8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D4C8-12B8-42C8-97EF-CEA6185AF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819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3F9F3E-F28A-49DD-A470-02450FE28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84CDA-E47B-4B18-820A-C0E8E499EBB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56862F-1169-4956-8541-735C35DF1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577C8-1A17-4B64-83AB-F46EA350D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D4C8-12B8-42C8-97EF-CEA6185AF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19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D1B71-ABA9-4705-8D52-7CC33B844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864" y="751205"/>
            <a:ext cx="4845663" cy="2629218"/>
          </a:xfrm>
        </p:spPr>
        <p:txBody>
          <a:bodyPr anchor="b"/>
          <a:lstStyle>
            <a:lvl1pPr>
              <a:defRPr sz="394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B7796-F660-4C29-9A85-12DD9B3AF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7199" y="1622395"/>
            <a:ext cx="7605951" cy="8007637"/>
          </a:xfrm>
        </p:spPr>
        <p:txBody>
          <a:bodyPr/>
          <a:lstStyle>
            <a:lvl1pPr>
              <a:defRPr sz="3943"/>
            </a:lvl1pPr>
            <a:lvl2pPr>
              <a:defRPr sz="3450"/>
            </a:lvl2pPr>
            <a:lvl3pPr>
              <a:defRPr sz="2958"/>
            </a:lvl3pPr>
            <a:lvl4pPr>
              <a:defRPr sz="2465"/>
            </a:lvl4pPr>
            <a:lvl5pPr>
              <a:defRPr sz="2465"/>
            </a:lvl5pPr>
            <a:lvl6pPr>
              <a:defRPr sz="2465"/>
            </a:lvl6pPr>
            <a:lvl7pPr>
              <a:defRPr sz="2465"/>
            </a:lvl7pPr>
            <a:lvl8pPr>
              <a:defRPr sz="2465"/>
            </a:lvl8pPr>
            <a:lvl9pPr>
              <a:defRPr sz="246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7A9781-4DCC-4F39-BECC-7014BD826B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34864" y="3380422"/>
            <a:ext cx="4845663" cy="6262651"/>
          </a:xfrm>
        </p:spPr>
        <p:txBody>
          <a:bodyPr/>
          <a:lstStyle>
            <a:lvl1pPr marL="0" indent="0">
              <a:buNone/>
              <a:defRPr sz="1972"/>
            </a:lvl1pPr>
            <a:lvl2pPr marL="563408" indent="0">
              <a:buNone/>
              <a:defRPr sz="1725"/>
            </a:lvl2pPr>
            <a:lvl3pPr marL="1126815" indent="0">
              <a:buNone/>
              <a:defRPr sz="1479"/>
            </a:lvl3pPr>
            <a:lvl4pPr marL="1690223" indent="0">
              <a:buNone/>
              <a:defRPr sz="1232"/>
            </a:lvl4pPr>
            <a:lvl5pPr marL="2253630" indent="0">
              <a:buNone/>
              <a:defRPr sz="1232"/>
            </a:lvl5pPr>
            <a:lvl6pPr marL="2817038" indent="0">
              <a:buNone/>
              <a:defRPr sz="1232"/>
            </a:lvl6pPr>
            <a:lvl7pPr marL="3380445" indent="0">
              <a:buNone/>
              <a:defRPr sz="1232"/>
            </a:lvl7pPr>
            <a:lvl8pPr marL="3943853" indent="0">
              <a:buNone/>
              <a:defRPr sz="1232"/>
            </a:lvl8pPr>
            <a:lvl9pPr marL="4507260" indent="0">
              <a:buNone/>
              <a:defRPr sz="123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F1BF7A-37C4-43F0-A5DC-98D8B34B5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84CDA-E47B-4B18-820A-C0E8E499EBB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74010-4764-441F-A664-CEB0F95AC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98DC86-816B-4B58-8F14-F2E532139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D4C8-12B8-42C8-97EF-CEA6185AF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223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A3954-2DB2-4958-AC7F-772768005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864" y="751205"/>
            <a:ext cx="4845663" cy="2629218"/>
          </a:xfrm>
        </p:spPr>
        <p:txBody>
          <a:bodyPr anchor="b"/>
          <a:lstStyle>
            <a:lvl1pPr>
              <a:defRPr sz="394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5E2191-F5C2-436E-BA0C-B1EE7589E4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87199" y="1622395"/>
            <a:ext cx="7605951" cy="8007637"/>
          </a:xfrm>
        </p:spPr>
        <p:txBody>
          <a:bodyPr/>
          <a:lstStyle>
            <a:lvl1pPr marL="0" indent="0">
              <a:buNone/>
              <a:defRPr sz="3943"/>
            </a:lvl1pPr>
            <a:lvl2pPr marL="563408" indent="0">
              <a:buNone/>
              <a:defRPr sz="3450"/>
            </a:lvl2pPr>
            <a:lvl3pPr marL="1126815" indent="0">
              <a:buNone/>
              <a:defRPr sz="2958"/>
            </a:lvl3pPr>
            <a:lvl4pPr marL="1690223" indent="0">
              <a:buNone/>
              <a:defRPr sz="2465"/>
            </a:lvl4pPr>
            <a:lvl5pPr marL="2253630" indent="0">
              <a:buNone/>
              <a:defRPr sz="2465"/>
            </a:lvl5pPr>
            <a:lvl6pPr marL="2817038" indent="0">
              <a:buNone/>
              <a:defRPr sz="2465"/>
            </a:lvl6pPr>
            <a:lvl7pPr marL="3380445" indent="0">
              <a:buNone/>
              <a:defRPr sz="2465"/>
            </a:lvl7pPr>
            <a:lvl8pPr marL="3943853" indent="0">
              <a:buNone/>
              <a:defRPr sz="2465"/>
            </a:lvl8pPr>
            <a:lvl9pPr marL="4507260" indent="0">
              <a:buNone/>
              <a:defRPr sz="246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8EE034-EE2D-40C2-8056-88F60D0F84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34864" y="3380422"/>
            <a:ext cx="4845663" cy="6262651"/>
          </a:xfrm>
        </p:spPr>
        <p:txBody>
          <a:bodyPr/>
          <a:lstStyle>
            <a:lvl1pPr marL="0" indent="0">
              <a:buNone/>
              <a:defRPr sz="1972"/>
            </a:lvl1pPr>
            <a:lvl2pPr marL="563408" indent="0">
              <a:buNone/>
              <a:defRPr sz="1725"/>
            </a:lvl2pPr>
            <a:lvl3pPr marL="1126815" indent="0">
              <a:buNone/>
              <a:defRPr sz="1479"/>
            </a:lvl3pPr>
            <a:lvl4pPr marL="1690223" indent="0">
              <a:buNone/>
              <a:defRPr sz="1232"/>
            </a:lvl4pPr>
            <a:lvl5pPr marL="2253630" indent="0">
              <a:buNone/>
              <a:defRPr sz="1232"/>
            </a:lvl5pPr>
            <a:lvl6pPr marL="2817038" indent="0">
              <a:buNone/>
              <a:defRPr sz="1232"/>
            </a:lvl6pPr>
            <a:lvl7pPr marL="3380445" indent="0">
              <a:buNone/>
              <a:defRPr sz="1232"/>
            </a:lvl7pPr>
            <a:lvl8pPr marL="3943853" indent="0">
              <a:buNone/>
              <a:defRPr sz="1232"/>
            </a:lvl8pPr>
            <a:lvl9pPr marL="4507260" indent="0">
              <a:buNone/>
              <a:defRPr sz="123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DD6DE5-92A7-409B-A31C-3DF1FEEAB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84CDA-E47B-4B18-820A-C0E8E499EBB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F6B86-BDC2-41BA-8D69-CA9B51631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B59EBF-E993-47F6-89E0-AB166F2D8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D4C8-12B8-42C8-97EF-CEA6185AF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100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FC944-1B1B-47BE-A91B-1C8E68342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44EFF0-5BAE-4553-8ACF-A36494616A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87BF5-55C5-4E7F-8E39-7A4DA906F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84CDA-E47B-4B18-820A-C0E8E499EBB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E8828-4D1D-44AA-B7A7-4FBD4BD3B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DB911-CBAD-4730-A1E8-7432D7990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D4C8-12B8-42C8-97EF-CEA6185AF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151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6474D8-5982-4B3A-B990-33D0A2DF4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751621" y="599921"/>
            <a:ext cx="3239572" cy="95491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7FFDC9-6BA6-41C3-A87F-454AC48CB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32907" y="599921"/>
            <a:ext cx="9530913" cy="95491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5587C-2354-46FB-8FEC-770755E96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84CDA-E47B-4B18-820A-C0E8E499EBB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92575-5447-4DB5-9DA8-DE679924E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B0CCB-F4E9-4095-A2DE-1136F5995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D4C8-12B8-42C8-97EF-CEA6185AF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217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39D2E8-5AC6-4B93-841D-1B4FDF91A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907" y="599921"/>
            <a:ext cx="12958286" cy="21779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1C33B6-6237-4E79-9F1B-EDC1B2563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2907" y="2999603"/>
            <a:ext cx="12958286" cy="71494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74376-F496-4E9D-B394-FF13DCBFD3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907" y="10443837"/>
            <a:ext cx="3380423" cy="5999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784CDA-E47B-4B18-820A-C0E8E499EBB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4E8F7-E917-4193-B731-24BD6B2B0D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76733" y="10443837"/>
            <a:ext cx="5070634" cy="5999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21981-6F6C-44D2-B711-15795C9A51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10770" y="10443837"/>
            <a:ext cx="3380423" cy="5999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2D4C8-12B8-42C8-97EF-CEA6185AF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851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126815" rtl="0" eaLnBrk="1" latinLnBrk="0" hangingPunct="1">
        <a:lnSpc>
          <a:spcPct val="90000"/>
        </a:lnSpc>
        <a:spcBef>
          <a:spcPct val="0"/>
        </a:spcBef>
        <a:buNone/>
        <a:defRPr sz="542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1704" indent="-281704" algn="l" defTabSz="1126815" rtl="0" eaLnBrk="1" latinLnBrk="0" hangingPunct="1">
        <a:lnSpc>
          <a:spcPct val="90000"/>
        </a:lnSpc>
        <a:spcBef>
          <a:spcPts val="1232"/>
        </a:spcBef>
        <a:buFont typeface="Arial" panose="020B0604020202020204" pitchFamily="34" charset="0"/>
        <a:buChar char="•"/>
        <a:defRPr sz="3450" kern="1200">
          <a:solidFill>
            <a:schemeClr val="tx1"/>
          </a:solidFill>
          <a:latin typeface="+mn-lt"/>
          <a:ea typeface="+mn-ea"/>
          <a:cs typeface="+mn-cs"/>
        </a:defRPr>
      </a:lvl1pPr>
      <a:lvl2pPr marL="845111" indent="-281704" algn="l" defTabSz="1126815" rtl="0" eaLnBrk="1" latinLnBrk="0" hangingPunct="1">
        <a:lnSpc>
          <a:spcPct val="90000"/>
        </a:lnSpc>
        <a:spcBef>
          <a:spcPts val="616"/>
        </a:spcBef>
        <a:buFont typeface="Arial" panose="020B0604020202020204" pitchFamily="34" charset="0"/>
        <a:buChar char="•"/>
        <a:defRPr sz="2958" kern="1200">
          <a:solidFill>
            <a:schemeClr val="tx1"/>
          </a:solidFill>
          <a:latin typeface="+mn-lt"/>
          <a:ea typeface="+mn-ea"/>
          <a:cs typeface="+mn-cs"/>
        </a:defRPr>
      </a:lvl2pPr>
      <a:lvl3pPr marL="1408519" indent="-281704" algn="l" defTabSz="1126815" rtl="0" eaLnBrk="1" latinLnBrk="0" hangingPunct="1">
        <a:lnSpc>
          <a:spcPct val="90000"/>
        </a:lnSpc>
        <a:spcBef>
          <a:spcPts val="616"/>
        </a:spcBef>
        <a:buFont typeface="Arial" panose="020B0604020202020204" pitchFamily="34" charset="0"/>
        <a:buChar char="•"/>
        <a:defRPr sz="2465" kern="1200">
          <a:solidFill>
            <a:schemeClr val="tx1"/>
          </a:solidFill>
          <a:latin typeface="+mn-lt"/>
          <a:ea typeface="+mn-ea"/>
          <a:cs typeface="+mn-cs"/>
        </a:defRPr>
      </a:lvl3pPr>
      <a:lvl4pPr marL="1971926" indent="-281704" algn="l" defTabSz="1126815" rtl="0" eaLnBrk="1" latinLnBrk="0" hangingPunct="1">
        <a:lnSpc>
          <a:spcPct val="90000"/>
        </a:lnSpc>
        <a:spcBef>
          <a:spcPts val="616"/>
        </a:spcBef>
        <a:buFont typeface="Arial" panose="020B0604020202020204" pitchFamily="34" charset="0"/>
        <a:buChar char="•"/>
        <a:defRPr sz="2218" kern="1200">
          <a:solidFill>
            <a:schemeClr val="tx1"/>
          </a:solidFill>
          <a:latin typeface="+mn-lt"/>
          <a:ea typeface="+mn-ea"/>
          <a:cs typeface="+mn-cs"/>
        </a:defRPr>
      </a:lvl4pPr>
      <a:lvl5pPr marL="2535334" indent="-281704" algn="l" defTabSz="1126815" rtl="0" eaLnBrk="1" latinLnBrk="0" hangingPunct="1">
        <a:lnSpc>
          <a:spcPct val="90000"/>
        </a:lnSpc>
        <a:spcBef>
          <a:spcPts val="616"/>
        </a:spcBef>
        <a:buFont typeface="Arial" panose="020B0604020202020204" pitchFamily="34" charset="0"/>
        <a:buChar char="•"/>
        <a:defRPr sz="2218" kern="1200">
          <a:solidFill>
            <a:schemeClr val="tx1"/>
          </a:solidFill>
          <a:latin typeface="+mn-lt"/>
          <a:ea typeface="+mn-ea"/>
          <a:cs typeface="+mn-cs"/>
        </a:defRPr>
      </a:lvl5pPr>
      <a:lvl6pPr marL="3098742" indent="-281704" algn="l" defTabSz="1126815" rtl="0" eaLnBrk="1" latinLnBrk="0" hangingPunct="1">
        <a:lnSpc>
          <a:spcPct val="90000"/>
        </a:lnSpc>
        <a:spcBef>
          <a:spcPts val="616"/>
        </a:spcBef>
        <a:buFont typeface="Arial" panose="020B0604020202020204" pitchFamily="34" charset="0"/>
        <a:buChar char="•"/>
        <a:defRPr sz="2218" kern="1200">
          <a:solidFill>
            <a:schemeClr val="tx1"/>
          </a:solidFill>
          <a:latin typeface="+mn-lt"/>
          <a:ea typeface="+mn-ea"/>
          <a:cs typeface="+mn-cs"/>
        </a:defRPr>
      </a:lvl6pPr>
      <a:lvl7pPr marL="3662149" indent="-281704" algn="l" defTabSz="1126815" rtl="0" eaLnBrk="1" latinLnBrk="0" hangingPunct="1">
        <a:lnSpc>
          <a:spcPct val="90000"/>
        </a:lnSpc>
        <a:spcBef>
          <a:spcPts val="616"/>
        </a:spcBef>
        <a:buFont typeface="Arial" panose="020B0604020202020204" pitchFamily="34" charset="0"/>
        <a:buChar char="•"/>
        <a:defRPr sz="2218" kern="1200">
          <a:solidFill>
            <a:schemeClr val="tx1"/>
          </a:solidFill>
          <a:latin typeface="+mn-lt"/>
          <a:ea typeface="+mn-ea"/>
          <a:cs typeface="+mn-cs"/>
        </a:defRPr>
      </a:lvl7pPr>
      <a:lvl8pPr marL="4225557" indent="-281704" algn="l" defTabSz="1126815" rtl="0" eaLnBrk="1" latinLnBrk="0" hangingPunct="1">
        <a:lnSpc>
          <a:spcPct val="90000"/>
        </a:lnSpc>
        <a:spcBef>
          <a:spcPts val="616"/>
        </a:spcBef>
        <a:buFont typeface="Arial" panose="020B0604020202020204" pitchFamily="34" charset="0"/>
        <a:buChar char="•"/>
        <a:defRPr sz="2218" kern="1200">
          <a:solidFill>
            <a:schemeClr val="tx1"/>
          </a:solidFill>
          <a:latin typeface="+mn-lt"/>
          <a:ea typeface="+mn-ea"/>
          <a:cs typeface="+mn-cs"/>
        </a:defRPr>
      </a:lvl8pPr>
      <a:lvl9pPr marL="4788964" indent="-281704" algn="l" defTabSz="1126815" rtl="0" eaLnBrk="1" latinLnBrk="0" hangingPunct="1">
        <a:lnSpc>
          <a:spcPct val="90000"/>
        </a:lnSpc>
        <a:spcBef>
          <a:spcPts val="616"/>
        </a:spcBef>
        <a:buFont typeface="Arial" panose="020B0604020202020204" pitchFamily="34" charset="0"/>
        <a:buChar char="•"/>
        <a:defRPr sz="22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26815" rtl="0" eaLnBrk="1" latinLnBrk="0" hangingPunct="1">
        <a:defRPr sz="2218" kern="1200">
          <a:solidFill>
            <a:schemeClr val="tx1"/>
          </a:solidFill>
          <a:latin typeface="+mn-lt"/>
          <a:ea typeface="+mn-ea"/>
          <a:cs typeface="+mn-cs"/>
        </a:defRPr>
      </a:lvl1pPr>
      <a:lvl2pPr marL="563408" algn="l" defTabSz="1126815" rtl="0" eaLnBrk="1" latinLnBrk="0" hangingPunct="1">
        <a:defRPr sz="2218" kern="1200">
          <a:solidFill>
            <a:schemeClr val="tx1"/>
          </a:solidFill>
          <a:latin typeface="+mn-lt"/>
          <a:ea typeface="+mn-ea"/>
          <a:cs typeface="+mn-cs"/>
        </a:defRPr>
      </a:lvl2pPr>
      <a:lvl3pPr marL="1126815" algn="l" defTabSz="1126815" rtl="0" eaLnBrk="1" latinLnBrk="0" hangingPunct="1">
        <a:defRPr sz="2218" kern="1200">
          <a:solidFill>
            <a:schemeClr val="tx1"/>
          </a:solidFill>
          <a:latin typeface="+mn-lt"/>
          <a:ea typeface="+mn-ea"/>
          <a:cs typeface="+mn-cs"/>
        </a:defRPr>
      </a:lvl3pPr>
      <a:lvl4pPr marL="1690223" algn="l" defTabSz="1126815" rtl="0" eaLnBrk="1" latinLnBrk="0" hangingPunct="1">
        <a:defRPr sz="2218" kern="1200">
          <a:solidFill>
            <a:schemeClr val="tx1"/>
          </a:solidFill>
          <a:latin typeface="+mn-lt"/>
          <a:ea typeface="+mn-ea"/>
          <a:cs typeface="+mn-cs"/>
        </a:defRPr>
      </a:lvl4pPr>
      <a:lvl5pPr marL="2253630" algn="l" defTabSz="1126815" rtl="0" eaLnBrk="1" latinLnBrk="0" hangingPunct="1">
        <a:defRPr sz="2218" kern="1200">
          <a:solidFill>
            <a:schemeClr val="tx1"/>
          </a:solidFill>
          <a:latin typeface="+mn-lt"/>
          <a:ea typeface="+mn-ea"/>
          <a:cs typeface="+mn-cs"/>
        </a:defRPr>
      </a:lvl5pPr>
      <a:lvl6pPr marL="2817038" algn="l" defTabSz="1126815" rtl="0" eaLnBrk="1" latinLnBrk="0" hangingPunct="1">
        <a:defRPr sz="2218" kern="1200">
          <a:solidFill>
            <a:schemeClr val="tx1"/>
          </a:solidFill>
          <a:latin typeface="+mn-lt"/>
          <a:ea typeface="+mn-ea"/>
          <a:cs typeface="+mn-cs"/>
        </a:defRPr>
      </a:lvl6pPr>
      <a:lvl7pPr marL="3380445" algn="l" defTabSz="1126815" rtl="0" eaLnBrk="1" latinLnBrk="0" hangingPunct="1">
        <a:defRPr sz="2218" kern="1200">
          <a:solidFill>
            <a:schemeClr val="tx1"/>
          </a:solidFill>
          <a:latin typeface="+mn-lt"/>
          <a:ea typeface="+mn-ea"/>
          <a:cs typeface="+mn-cs"/>
        </a:defRPr>
      </a:lvl7pPr>
      <a:lvl8pPr marL="3943853" algn="l" defTabSz="1126815" rtl="0" eaLnBrk="1" latinLnBrk="0" hangingPunct="1">
        <a:defRPr sz="2218" kern="1200">
          <a:solidFill>
            <a:schemeClr val="tx1"/>
          </a:solidFill>
          <a:latin typeface="+mn-lt"/>
          <a:ea typeface="+mn-ea"/>
          <a:cs typeface="+mn-cs"/>
        </a:defRPr>
      </a:lvl8pPr>
      <a:lvl9pPr marL="4507260" algn="l" defTabSz="1126815" rtl="0" eaLnBrk="1" latinLnBrk="0" hangingPunct="1">
        <a:defRPr sz="22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7909E5F-6A8F-45C9-89CA-4EBD9309B27C}"/>
              </a:ext>
            </a:extLst>
          </p:cNvPr>
          <p:cNvSpPr/>
          <p:nvPr/>
        </p:nvSpPr>
        <p:spPr>
          <a:xfrm>
            <a:off x="10358045" y="1955260"/>
            <a:ext cx="4587407" cy="6946505"/>
          </a:xfrm>
          <a:prstGeom prst="roundRect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126815"/>
            <a:endParaRPr lang="en-US" sz="221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BA099DA-FBA2-4BCA-9B31-2EC1F4CE7F9E}"/>
              </a:ext>
            </a:extLst>
          </p:cNvPr>
          <p:cNvSpPr/>
          <p:nvPr/>
        </p:nvSpPr>
        <p:spPr>
          <a:xfrm>
            <a:off x="5373504" y="1955260"/>
            <a:ext cx="4587407" cy="6946505"/>
          </a:xfrm>
          <a:prstGeom prst="roundRect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126815"/>
            <a:endParaRPr lang="en-US" sz="221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3513EC7-8825-4507-8C94-8147821B9274}"/>
              </a:ext>
            </a:extLst>
          </p:cNvPr>
          <p:cNvSpPr/>
          <p:nvPr/>
        </p:nvSpPr>
        <p:spPr>
          <a:xfrm>
            <a:off x="232160" y="1955260"/>
            <a:ext cx="4649663" cy="6946505"/>
          </a:xfrm>
          <a:prstGeom prst="roundRect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126815"/>
            <a:endParaRPr lang="en-US" sz="221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Arrow: Up 29">
            <a:extLst>
              <a:ext uri="{FF2B5EF4-FFF2-40B4-BE49-F238E27FC236}">
                <a16:creationId xmlns:a16="http://schemas.microsoft.com/office/drawing/2014/main" id="{AE5B7AA4-E266-42A7-A7EF-E0640D2D7307}"/>
              </a:ext>
            </a:extLst>
          </p:cNvPr>
          <p:cNvSpPr/>
          <p:nvPr/>
        </p:nvSpPr>
        <p:spPr>
          <a:xfrm rot="10800000">
            <a:off x="11342904" y="3052060"/>
            <a:ext cx="2596659" cy="5617959"/>
          </a:xfrm>
          <a:prstGeom prst="upArrow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28000">
                <a:schemeClr val="accent5">
                  <a:lumMod val="60000"/>
                  <a:lumOff val="40000"/>
                </a:schemeClr>
              </a:gs>
              <a:gs pos="83000">
                <a:schemeClr val="accent5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126815"/>
            <a:endParaRPr lang="en-US" sz="2218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361F22-EC0A-4E7F-B194-894617B54B4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9074" y="2407147"/>
            <a:ext cx="4337380" cy="2764619"/>
          </a:xfrm>
          <a:prstGeom prst="rect">
            <a:avLst/>
          </a:prstGeom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42CBA4-A062-4C15-BABE-9E69DBF5D35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8147" y="6067240"/>
            <a:ext cx="3847076" cy="1939050"/>
          </a:xfrm>
          <a:prstGeom prst="rect">
            <a:avLst/>
          </a:prstGeom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38E1B5-86E2-4410-9845-523DACDB1C52}"/>
              </a:ext>
            </a:extLst>
          </p:cNvPr>
          <p:cNvSpPr txBox="1"/>
          <p:nvPr/>
        </p:nvSpPr>
        <p:spPr>
          <a:xfrm>
            <a:off x="2257982" y="1074860"/>
            <a:ext cx="1451038" cy="699102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defTabSz="1126815"/>
            <a:r>
              <a:rPr lang="en-US" sz="394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EBB659-DC6D-40D0-9949-42168A067B52}"/>
              </a:ext>
            </a:extLst>
          </p:cNvPr>
          <p:cNvSpPr txBox="1"/>
          <p:nvPr/>
        </p:nvSpPr>
        <p:spPr>
          <a:xfrm>
            <a:off x="1231388" y="5171766"/>
            <a:ext cx="2792752" cy="623248"/>
          </a:xfrm>
          <a:prstGeom prst="rect">
            <a:avLst/>
          </a:prstGeom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defTabSz="1126815"/>
            <a:r>
              <a:rPr lang="en-US" sz="345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 Load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783D1B-C837-4174-898F-99B400BAA524}"/>
              </a:ext>
            </a:extLst>
          </p:cNvPr>
          <p:cNvSpPr txBox="1"/>
          <p:nvPr/>
        </p:nvSpPr>
        <p:spPr>
          <a:xfrm>
            <a:off x="1256431" y="8037075"/>
            <a:ext cx="2598596" cy="623248"/>
          </a:xfrm>
          <a:prstGeom prst="rect">
            <a:avLst/>
          </a:prstGeom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defTabSz="1126815"/>
            <a:r>
              <a:rPr lang="en-US" sz="345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Weather Data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49CAC00-122C-47C3-B78A-4E8D7F005DB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46167" y="2366310"/>
            <a:ext cx="4042079" cy="2780899"/>
          </a:xfrm>
          <a:prstGeom prst="rect">
            <a:avLst/>
          </a:prstGeom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B0DE54F-0103-429C-9217-B3DE34B9B725}"/>
              </a:ext>
            </a:extLst>
          </p:cNvPr>
          <p:cNvSpPr txBox="1"/>
          <p:nvPr/>
        </p:nvSpPr>
        <p:spPr>
          <a:xfrm>
            <a:off x="6391434" y="1074860"/>
            <a:ext cx="2513701" cy="699102"/>
          </a:xfrm>
          <a:prstGeom prst="rect">
            <a:avLst/>
          </a:prstGeom>
          <a:noFill/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defTabSz="1126815"/>
            <a:r>
              <a:rPr lang="en-US" sz="3943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series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B31483-D9B1-43F8-9070-348F44CF7463}"/>
              </a:ext>
            </a:extLst>
          </p:cNvPr>
          <p:cNvSpPr txBox="1"/>
          <p:nvPr/>
        </p:nvSpPr>
        <p:spPr>
          <a:xfrm>
            <a:off x="7015649" y="5171766"/>
            <a:ext cx="1303114" cy="623248"/>
          </a:xfrm>
          <a:prstGeom prst="rect">
            <a:avLst/>
          </a:prstGeom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defTabSz="1126815"/>
            <a:r>
              <a:rPr lang="en-US" sz="345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E3D1B71-4CD4-4346-BC00-154C9E3AAAB8}"/>
              </a:ext>
            </a:extLst>
          </p:cNvPr>
          <p:cNvSpPr/>
          <p:nvPr/>
        </p:nvSpPr>
        <p:spPr>
          <a:xfrm>
            <a:off x="5872484" y="5998597"/>
            <a:ext cx="3551600" cy="1798938"/>
          </a:xfrm>
          <a:prstGeom prst="roundRect">
            <a:avLst/>
          </a:prstGeom>
          <a:solidFill>
            <a:srgbClr val="B1C8DD"/>
          </a:solidFill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126815"/>
            <a:r>
              <a:rPr lang="en-US" sz="2958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Weather &amp; </a:t>
            </a:r>
          </a:p>
          <a:p>
            <a:pPr algn="ctr" defTabSz="1126815"/>
            <a:r>
              <a:rPr lang="en-US" sz="2958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ML-derived Information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9D7FD9-52B9-4035-BE5B-69781BD12D8D}"/>
              </a:ext>
            </a:extLst>
          </p:cNvPr>
          <p:cNvSpPr txBox="1"/>
          <p:nvPr/>
        </p:nvSpPr>
        <p:spPr>
          <a:xfrm>
            <a:off x="6805745" y="8037075"/>
            <a:ext cx="1685077" cy="623248"/>
          </a:xfrm>
          <a:prstGeom prst="rect">
            <a:avLst/>
          </a:prstGeom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defTabSz="1126815"/>
            <a:r>
              <a:rPr lang="en-US" sz="345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98CB4B-E9C1-44F5-9F89-0B2DEBBE6A59}"/>
              </a:ext>
            </a:extLst>
          </p:cNvPr>
          <p:cNvSpPr txBox="1"/>
          <p:nvPr/>
        </p:nvSpPr>
        <p:spPr>
          <a:xfrm>
            <a:off x="11326696" y="1074860"/>
            <a:ext cx="2294218" cy="699102"/>
          </a:xfrm>
          <a:prstGeom prst="rect">
            <a:avLst/>
          </a:prstGeom>
          <a:noFill/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defTabSz="1126815"/>
            <a:r>
              <a:rPr lang="en-US" sz="3943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Modelling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31BA354-7708-44BB-9020-87E51BC164C9}"/>
              </a:ext>
            </a:extLst>
          </p:cNvPr>
          <p:cNvSpPr/>
          <p:nvPr/>
        </p:nvSpPr>
        <p:spPr>
          <a:xfrm>
            <a:off x="10863773" y="2357688"/>
            <a:ext cx="3575950" cy="840278"/>
          </a:xfrm>
          <a:prstGeom prst="roundRect">
            <a:avLst/>
          </a:prstGeom>
          <a:solidFill>
            <a:srgbClr val="B1C8DD"/>
          </a:solidFill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126815"/>
            <a:r>
              <a:rPr lang="en-US" sz="2958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0B03C43-26DC-43FE-9805-2143B03DC7F0}"/>
              </a:ext>
            </a:extLst>
          </p:cNvPr>
          <p:cNvSpPr/>
          <p:nvPr/>
        </p:nvSpPr>
        <p:spPr>
          <a:xfrm>
            <a:off x="10863773" y="5020762"/>
            <a:ext cx="3575950" cy="840278"/>
          </a:xfrm>
          <a:prstGeom prst="roundRect">
            <a:avLst/>
          </a:prstGeom>
          <a:solidFill>
            <a:srgbClr val="B1C8DD"/>
          </a:solidFill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126815"/>
            <a:r>
              <a:rPr lang="en-US" sz="2958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HPO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4ACF4FF-01DF-49B9-95E5-5832499C9F4D}"/>
              </a:ext>
            </a:extLst>
          </p:cNvPr>
          <p:cNvSpPr/>
          <p:nvPr/>
        </p:nvSpPr>
        <p:spPr>
          <a:xfrm>
            <a:off x="10863773" y="3689225"/>
            <a:ext cx="3575950" cy="840278"/>
          </a:xfrm>
          <a:prstGeom prst="roundRect">
            <a:avLst/>
          </a:prstGeom>
          <a:solidFill>
            <a:srgbClr val="B1C8DD"/>
          </a:solidFill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126815"/>
            <a:r>
              <a:rPr lang="en-US" sz="2958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BEA2F05-DA8F-40ED-BA8B-EFEE41B3D110}"/>
              </a:ext>
            </a:extLst>
          </p:cNvPr>
          <p:cNvSpPr/>
          <p:nvPr/>
        </p:nvSpPr>
        <p:spPr>
          <a:xfrm>
            <a:off x="10853259" y="6352299"/>
            <a:ext cx="3575950" cy="840278"/>
          </a:xfrm>
          <a:prstGeom prst="roundRect">
            <a:avLst/>
          </a:prstGeom>
          <a:solidFill>
            <a:srgbClr val="B1C8DD"/>
          </a:solidFill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126815"/>
            <a:r>
              <a:rPr lang="en-US" sz="2958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Sliding Window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E035D23-7A87-4F72-B149-9745266287A2}"/>
              </a:ext>
            </a:extLst>
          </p:cNvPr>
          <p:cNvSpPr/>
          <p:nvPr/>
        </p:nvSpPr>
        <p:spPr>
          <a:xfrm>
            <a:off x="10863773" y="7683836"/>
            <a:ext cx="3575950" cy="840278"/>
          </a:xfrm>
          <a:prstGeom prst="roundRect">
            <a:avLst/>
          </a:prstGeom>
          <a:solidFill>
            <a:srgbClr val="B1C8DD"/>
          </a:solidFill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126815"/>
            <a:r>
              <a:rPr lang="en-US" sz="2958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28" name="Arrow: Curved Right 27">
            <a:extLst>
              <a:ext uri="{FF2B5EF4-FFF2-40B4-BE49-F238E27FC236}">
                <a16:creationId xmlns:a16="http://schemas.microsoft.com/office/drawing/2014/main" id="{27EF8F9E-3DA3-4A8F-BDF8-CC344B54BBFB}"/>
              </a:ext>
            </a:extLst>
          </p:cNvPr>
          <p:cNvSpPr/>
          <p:nvPr/>
        </p:nvSpPr>
        <p:spPr>
          <a:xfrm rot="16200000">
            <a:off x="4811897" y="8532270"/>
            <a:ext cx="625204" cy="1801401"/>
          </a:xfrm>
          <a:prstGeom prst="curvedRightArrow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126815"/>
            <a:endParaRPr lang="en-US" sz="221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Arrow: Curved Right 28">
            <a:extLst>
              <a:ext uri="{FF2B5EF4-FFF2-40B4-BE49-F238E27FC236}">
                <a16:creationId xmlns:a16="http://schemas.microsoft.com/office/drawing/2014/main" id="{6E8524CC-5AE8-4F77-8A45-9B376DE98673}"/>
              </a:ext>
            </a:extLst>
          </p:cNvPr>
          <p:cNvSpPr/>
          <p:nvPr/>
        </p:nvSpPr>
        <p:spPr>
          <a:xfrm rot="16200000">
            <a:off x="10025297" y="8532269"/>
            <a:ext cx="625204" cy="1801401"/>
          </a:xfrm>
          <a:prstGeom prst="curvedRightArrow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126815"/>
            <a:endParaRPr lang="en-US" sz="2218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10862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23</Words>
  <Application>Microsoft Office PowerPoint</Application>
  <PresentationFormat>Custom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Dimitrios Papadopoulos</dc:creator>
  <cp:lastModifiedBy>Dimitrios Papadopoulos</cp:lastModifiedBy>
  <cp:revision>16</cp:revision>
  <dcterms:created xsi:type="dcterms:W3CDTF">2025-03-25T15:53:57Z</dcterms:created>
  <dcterms:modified xsi:type="dcterms:W3CDTF">2026-04-13T12:21:31Z</dcterms:modified>
</cp:coreProperties>
</file>